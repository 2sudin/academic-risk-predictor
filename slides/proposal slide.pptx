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9"/>
  </p:notesMasterIdLst>
  <p:sldIdLst>
    <p:sldId id="256" r:id="rId2"/>
    <p:sldId id="259" r:id="rId3"/>
    <p:sldId id="260" r:id="rId4"/>
    <p:sldId id="261" r:id="rId5"/>
    <p:sldId id="262" r:id="rId6"/>
    <p:sldId id="279" r:id="rId7"/>
    <p:sldId id="290" r:id="rId8"/>
  </p:sldIdLst>
  <p:sldSz cx="9144000" cy="5143500" type="screen16x9"/>
  <p:notesSz cx="6858000" cy="9144000"/>
  <p:embeddedFontLst>
    <p:embeddedFont>
      <p:font typeface="Albert Sans" panose="020B0604020202020204" charset="0"/>
      <p:regular r:id="rId10"/>
      <p:bold r:id="rId11"/>
      <p:italic r:id="rId12"/>
      <p:boldItalic r:id="rId13"/>
    </p:embeddedFon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ABeeZee" panose="020B0604020202020204" charset="0"/>
      <p:regular r:id="rId18"/>
      <p: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9B5377-4A58-4D19-8474-A31DBCD1EB14}">
  <a:tblStyle styleId="{4A9B5377-4A58-4D19-8474-A31DBCD1EB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88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d362d286f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d362d286f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d362d286f3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d362d286f3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d362d286f3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d362d286f3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d362d286f3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d362d286f3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d362d286f3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d362d286f3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d362d286f3_1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d362d286f3_1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d362d286f3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d362d286f3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95395"/>
            <a:ext cx="4206300" cy="22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>
                <a:latin typeface="ABeeZee"/>
                <a:ea typeface="ABeeZee"/>
                <a:cs typeface="ABeeZee"/>
                <a:sym typeface="ABeeZ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481395"/>
            <a:ext cx="4206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" y="3708150"/>
            <a:ext cx="1402520" cy="1435368"/>
          </a:xfrm>
          <a:custGeom>
            <a:avLst/>
            <a:gdLst/>
            <a:ahLst/>
            <a:cxnLst/>
            <a:rect l="l" t="t" r="r" b="b"/>
            <a:pathLst>
              <a:path w="16545" h="16933" extrusionOk="0">
                <a:moveTo>
                  <a:pt x="2" y="362"/>
                </a:moveTo>
                <a:cubicBezTo>
                  <a:pt x="2538" y="1"/>
                  <a:pt x="5248" y="2091"/>
                  <a:pt x="4429" y="6595"/>
                </a:cubicBezTo>
                <a:cubicBezTo>
                  <a:pt x="2991" y="14507"/>
                  <a:pt x="13864" y="8019"/>
                  <a:pt x="16545" y="16933"/>
                </a:cubicBezTo>
                <a:lnTo>
                  <a:pt x="0" y="16933"/>
                </a:lnTo>
                <a:lnTo>
                  <a:pt x="0" y="362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142450" y="4346332"/>
            <a:ext cx="714950" cy="544631"/>
          </a:xfrm>
          <a:custGeom>
            <a:avLst/>
            <a:gdLst/>
            <a:ahLst/>
            <a:cxnLst/>
            <a:rect l="l" t="t" r="r" b="b"/>
            <a:pathLst>
              <a:path w="8434" h="6425" extrusionOk="0">
                <a:moveTo>
                  <a:pt x="7917" y="2439"/>
                </a:moveTo>
                <a:cubicBezTo>
                  <a:pt x="7428" y="687"/>
                  <a:pt x="5756" y="1"/>
                  <a:pt x="3369" y="482"/>
                </a:cubicBezTo>
                <a:cubicBezTo>
                  <a:pt x="0" y="1158"/>
                  <a:pt x="517" y="4497"/>
                  <a:pt x="3368" y="5782"/>
                </a:cubicBezTo>
                <a:cubicBezTo>
                  <a:pt x="4416" y="6253"/>
                  <a:pt x="5263" y="6425"/>
                  <a:pt x="5929" y="6406"/>
                </a:cubicBezTo>
                <a:cubicBezTo>
                  <a:pt x="7955" y="6341"/>
                  <a:pt x="8434" y="4304"/>
                  <a:pt x="7917" y="24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906381" y="4367523"/>
            <a:ext cx="267110" cy="301264"/>
          </a:xfrm>
          <a:custGeom>
            <a:avLst/>
            <a:gdLst/>
            <a:ahLst/>
            <a:cxnLst/>
            <a:rect l="l" t="t" r="r" b="b"/>
            <a:pathLst>
              <a:path w="3151" h="3554" extrusionOk="0">
                <a:moveTo>
                  <a:pt x="3092" y="1203"/>
                </a:moveTo>
                <a:cubicBezTo>
                  <a:pt x="3036" y="272"/>
                  <a:pt x="2430" y="1"/>
                  <a:pt x="1446" y="412"/>
                </a:cubicBezTo>
                <a:cubicBezTo>
                  <a:pt x="59" y="991"/>
                  <a:pt x="0" y="2791"/>
                  <a:pt x="1028" y="3318"/>
                </a:cubicBezTo>
                <a:cubicBezTo>
                  <a:pt x="1405" y="3511"/>
                  <a:pt x="1727" y="3553"/>
                  <a:pt x="1992" y="3500"/>
                </a:cubicBezTo>
                <a:cubicBezTo>
                  <a:pt x="2800" y="3340"/>
                  <a:pt x="3151" y="2194"/>
                  <a:pt x="3092" y="1203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2026150" y="-6"/>
            <a:ext cx="4276451" cy="1348581"/>
          </a:xfrm>
          <a:custGeom>
            <a:avLst/>
            <a:gdLst/>
            <a:ahLst/>
            <a:cxnLst/>
            <a:rect l="l" t="t" r="r" b="b"/>
            <a:pathLst>
              <a:path w="40670" h="12825" extrusionOk="0">
                <a:moveTo>
                  <a:pt x="1" y="12825"/>
                </a:moveTo>
                <a:lnTo>
                  <a:pt x="40669" y="12825"/>
                </a:lnTo>
                <a:cubicBezTo>
                  <a:pt x="34411" y="6462"/>
                  <a:pt x="27713" y="11067"/>
                  <a:pt x="22789" y="9118"/>
                </a:cubicBezTo>
                <a:cubicBezTo>
                  <a:pt x="19891" y="7971"/>
                  <a:pt x="18357" y="5852"/>
                  <a:pt x="16460" y="4573"/>
                </a:cubicBezTo>
                <a:cubicBezTo>
                  <a:pt x="9683" y="0"/>
                  <a:pt x="2378" y="4560"/>
                  <a:pt x="1" y="1282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 rot="10800000">
            <a:off x="7317975" y="-6"/>
            <a:ext cx="1826020" cy="1709523"/>
            <a:chOff x="-6" y="3708150"/>
            <a:chExt cx="1533182" cy="1435368"/>
          </a:xfrm>
        </p:grpSpPr>
        <p:sp>
          <p:nvSpPr>
            <p:cNvPr id="17" name="Google Shape;17;p3"/>
            <p:cNvSpPr/>
            <p:nvPr/>
          </p:nvSpPr>
          <p:spPr>
            <a:xfrm>
              <a:off x="-6" y="3708150"/>
              <a:ext cx="1402520" cy="1435368"/>
            </a:xfrm>
            <a:custGeom>
              <a:avLst/>
              <a:gdLst/>
              <a:ahLst/>
              <a:cxnLst/>
              <a:rect l="l" t="t" r="r" b="b"/>
              <a:pathLst>
                <a:path w="16545" h="16933" extrusionOk="0">
                  <a:moveTo>
                    <a:pt x="2" y="362"/>
                  </a:moveTo>
                  <a:cubicBezTo>
                    <a:pt x="2538" y="1"/>
                    <a:pt x="5248" y="2091"/>
                    <a:pt x="4429" y="6595"/>
                  </a:cubicBezTo>
                  <a:cubicBezTo>
                    <a:pt x="2991" y="14507"/>
                    <a:pt x="13864" y="8019"/>
                    <a:pt x="16545" y="16933"/>
                  </a:cubicBezTo>
                  <a:lnTo>
                    <a:pt x="0" y="16933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818227" y="4145324"/>
              <a:ext cx="714950" cy="544631"/>
            </a:xfrm>
            <a:custGeom>
              <a:avLst/>
              <a:gdLst/>
              <a:ahLst/>
              <a:cxnLst/>
              <a:rect l="l" t="t" r="r" b="b"/>
              <a:pathLst>
                <a:path w="8434" h="6425" extrusionOk="0">
                  <a:moveTo>
                    <a:pt x="7917" y="2439"/>
                  </a:moveTo>
                  <a:cubicBezTo>
                    <a:pt x="7428" y="687"/>
                    <a:pt x="5756" y="1"/>
                    <a:pt x="3369" y="482"/>
                  </a:cubicBezTo>
                  <a:cubicBezTo>
                    <a:pt x="0" y="1158"/>
                    <a:pt x="517" y="4497"/>
                    <a:pt x="3368" y="5782"/>
                  </a:cubicBezTo>
                  <a:cubicBezTo>
                    <a:pt x="4416" y="6253"/>
                    <a:pt x="5263" y="6425"/>
                    <a:pt x="5929" y="6406"/>
                  </a:cubicBezTo>
                  <a:cubicBezTo>
                    <a:pt x="7955" y="6341"/>
                    <a:pt x="8434" y="4304"/>
                    <a:pt x="7917" y="24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582158" y="4166515"/>
              <a:ext cx="267110" cy="301264"/>
            </a:xfrm>
            <a:custGeom>
              <a:avLst/>
              <a:gdLst/>
              <a:ahLst/>
              <a:cxnLst/>
              <a:rect l="l" t="t" r="r" b="b"/>
              <a:pathLst>
                <a:path w="3151" h="3554" extrusionOk="0">
                  <a:moveTo>
                    <a:pt x="3092" y="1203"/>
                  </a:moveTo>
                  <a:cubicBezTo>
                    <a:pt x="3036" y="272"/>
                    <a:pt x="2430" y="1"/>
                    <a:pt x="1446" y="412"/>
                  </a:cubicBezTo>
                  <a:cubicBezTo>
                    <a:pt x="59" y="991"/>
                    <a:pt x="0" y="2791"/>
                    <a:pt x="1028" y="3318"/>
                  </a:cubicBezTo>
                  <a:cubicBezTo>
                    <a:pt x="1405" y="3511"/>
                    <a:pt x="1727" y="3553"/>
                    <a:pt x="1992" y="3500"/>
                  </a:cubicBezTo>
                  <a:cubicBezTo>
                    <a:pt x="2800" y="3340"/>
                    <a:pt x="3151" y="2194"/>
                    <a:pt x="3092" y="1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3"/>
          <p:cNvSpPr/>
          <p:nvPr/>
        </p:nvSpPr>
        <p:spPr>
          <a:xfrm>
            <a:off x="157322" y="3795119"/>
            <a:ext cx="4276451" cy="1348581"/>
          </a:xfrm>
          <a:custGeom>
            <a:avLst/>
            <a:gdLst/>
            <a:ahLst/>
            <a:cxnLst/>
            <a:rect l="l" t="t" r="r" b="b"/>
            <a:pathLst>
              <a:path w="40670" h="12825" extrusionOk="0">
                <a:moveTo>
                  <a:pt x="1" y="12825"/>
                </a:moveTo>
                <a:lnTo>
                  <a:pt x="40669" y="12825"/>
                </a:lnTo>
                <a:cubicBezTo>
                  <a:pt x="34411" y="6462"/>
                  <a:pt x="27713" y="11067"/>
                  <a:pt x="22789" y="9118"/>
                </a:cubicBezTo>
                <a:cubicBezTo>
                  <a:pt x="19891" y="7971"/>
                  <a:pt x="18357" y="5852"/>
                  <a:pt x="16460" y="4573"/>
                </a:cubicBezTo>
                <a:cubicBezTo>
                  <a:pt x="9683" y="0"/>
                  <a:pt x="2378" y="4560"/>
                  <a:pt x="1" y="1282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 rot="-5400000">
            <a:off x="-438905" y="439100"/>
            <a:ext cx="1909081" cy="1031269"/>
          </a:xfrm>
          <a:custGeom>
            <a:avLst/>
            <a:gdLst/>
            <a:ahLst/>
            <a:cxnLst/>
            <a:rect l="l" t="t" r="r" b="b"/>
            <a:pathLst>
              <a:path w="26150" h="14126" extrusionOk="0">
                <a:moveTo>
                  <a:pt x="1" y="0"/>
                </a:moveTo>
                <a:cubicBezTo>
                  <a:pt x="382" y="2025"/>
                  <a:pt x="1871" y="4064"/>
                  <a:pt x="5581" y="5168"/>
                </a:cubicBezTo>
                <a:cubicBezTo>
                  <a:pt x="11476" y="6922"/>
                  <a:pt x="14870" y="2729"/>
                  <a:pt x="17458" y="8847"/>
                </a:cubicBezTo>
                <a:cubicBezTo>
                  <a:pt x="19176" y="12907"/>
                  <a:pt x="23351" y="14033"/>
                  <a:pt x="26149" y="14126"/>
                </a:cubicBezTo>
                <a:lnTo>
                  <a:pt x="261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 rot="8100000">
            <a:off x="8009112" y="4045546"/>
            <a:ext cx="619092" cy="943088"/>
            <a:chOff x="2217794" y="405486"/>
            <a:chExt cx="488849" cy="744683"/>
          </a:xfrm>
        </p:grpSpPr>
        <p:sp>
          <p:nvSpPr>
            <p:cNvPr id="23" name="Google Shape;23;p3"/>
            <p:cNvSpPr/>
            <p:nvPr/>
          </p:nvSpPr>
          <p:spPr>
            <a:xfrm>
              <a:off x="2217794" y="405486"/>
              <a:ext cx="458217" cy="608709"/>
            </a:xfrm>
            <a:custGeom>
              <a:avLst/>
              <a:gdLst/>
              <a:ahLst/>
              <a:cxnLst/>
              <a:rect l="l" t="t" r="r" b="b"/>
              <a:pathLst>
                <a:path w="8568" h="11382" extrusionOk="0">
                  <a:moveTo>
                    <a:pt x="1567" y="2876"/>
                  </a:moveTo>
                  <a:cubicBezTo>
                    <a:pt x="1" y="4616"/>
                    <a:pt x="346" y="6715"/>
                    <a:pt x="2405" y="8651"/>
                  </a:cubicBezTo>
                  <a:cubicBezTo>
                    <a:pt x="5312" y="11382"/>
                    <a:pt x="8568" y="8459"/>
                    <a:pt x="8101" y="4799"/>
                  </a:cubicBezTo>
                  <a:cubicBezTo>
                    <a:pt x="7931" y="3454"/>
                    <a:pt x="7568" y="2518"/>
                    <a:pt x="7113" y="1894"/>
                  </a:cubicBezTo>
                  <a:cubicBezTo>
                    <a:pt x="5735" y="0"/>
                    <a:pt x="3235" y="1023"/>
                    <a:pt x="1567" y="28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2456517" y="918655"/>
              <a:ext cx="250126" cy="231515"/>
            </a:xfrm>
            <a:custGeom>
              <a:avLst/>
              <a:gdLst/>
              <a:ahLst/>
              <a:cxnLst/>
              <a:rect l="l" t="t" r="r" b="b"/>
              <a:pathLst>
                <a:path w="4677" h="4329" extrusionOk="0">
                  <a:moveTo>
                    <a:pt x="965" y="1275"/>
                  </a:moveTo>
                  <a:cubicBezTo>
                    <a:pt x="1" y="2004"/>
                    <a:pt x="104" y="2784"/>
                    <a:pt x="1183" y="3424"/>
                  </a:cubicBezTo>
                  <a:cubicBezTo>
                    <a:pt x="2703" y="4328"/>
                    <a:pt x="4676" y="3076"/>
                    <a:pt x="4575" y="1709"/>
                  </a:cubicBezTo>
                  <a:cubicBezTo>
                    <a:pt x="4539" y="1207"/>
                    <a:pt x="4376" y="870"/>
                    <a:pt x="4147" y="655"/>
                  </a:cubicBezTo>
                  <a:cubicBezTo>
                    <a:pt x="3452" y="0"/>
                    <a:pt x="1991" y="498"/>
                    <a:pt x="96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499450" y="2179625"/>
            <a:ext cx="6145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3657600" y="842725"/>
            <a:ext cx="1828800" cy="13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2286000" y="3094025"/>
            <a:ext cx="4572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7"/>
          <p:cNvGrpSpPr/>
          <p:nvPr/>
        </p:nvGrpSpPr>
        <p:grpSpPr>
          <a:xfrm>
            <a:off x="0" y="3885458"/>
            <a:ext cx="9143937" cy="1257995"/>
            <a:chOff x="0" y="4108675"/>
            <a:chExt cx="9143937" cy="1034791"/>
          </a:xfrm>
        </p:grpSpPr>
        <p:sp>
          <p:nvSpPr>
            <p:cNvPr id="50" name="Google Shape;50;p7"/>
            <p:cNvSpPr/>
            <p:nvPr/>
          </p:nvSpPr>
          <p:spPr>
            <a:xfrm>
              <a:off x="106" y="4108675"/>
              <a:ext cx="9143831" cy="1034791"/>
            </a:xfrm>
            <a:custGeom>
              <a:avLst/>
              <a:gdLst/>
              <a:ahLst/>
              <a:cxnLst/>
              <a:rect l="l" t="t" r="r" b="b"/>
              <a:pathLst>
                <a:path w="85910" h="35185" extrusionOk="0">
                  <a:moveTo>
                    <a:pt x="1" y="0"/>
                  </a:moveTo>
                  <a:lnTo>
                    <a:pt x="85909" y="0"/>
                  </a:lnTo>
                  <a:lnTo>
                    <a:pt x="85909" y="35184"/>
                  </a:lnTo>
                  <a:lnTo>
                    <a:pt x="1" y="3518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0" y="4230202"/>
              <a:ext cx="9143937" cy="313481"/>
            </a:xfrm>
            <a:custGeom>
              <a:avLst/>
              <a:gdLst/>
              <a:ahLst/>
              <a:cxnLst/>
              <a:rect l="l" t="t" r="r" b="b"/>
              <a:pathLst>
                <a:path w="85911" h="10659" extrusionOk="0">
                  <a:moveTo>
                    <a:pt x="85910" y="519"/>
                  </a:moveTo>
                  <a:lnTo>
                    <a:pt x="85910" y="845"/>
                  </a:lnTo>
                  <a:cubicBezTo>
                    <a:pt x="63243" y="628"/>
                    <a:pt x="20882" y="328"/>
                    <a:pt x="2" y="877"/>
                  </a:cubicBezTo>
                  <a:lnTo>
                    <a:pt x="2" y="550"/>
                  </a:lnTo>
                  <a:cubicBezTo>
                    <a:pt x="20890" y="1"/>
                    <a:pt x="63241" y="300"/>
                    <a:pt x="85910" y="519"/>
                  </a:cubicBezTo>
                  <a:close/>
                  <a:moveTo>
                    <a:pt x="85910" y="1241"/>
                  </a:moveTo>
                  <a:lnTo>
                    <a:pt x="85910" y="1569"/>
                  </a:lnTo>
                  <a:cubicBezTo>
                    <a:pt x="62488" y="2445"/>
                    <a:pt x="18248" y="4144"/>
                    <a:pt x="2" y="5109"/>
                  </a:cubicBezTo>
                  <a:lnTo>
                    <a:pt x="2" y="4784"/>
                  </a:lnTo>
                  <a:cubicBezTo>
                    <a:pt x="18282" y="3813"/>
                    <a:pt x="62503" y="2118"/>
                    <a:pt x="85910" y="1241"/>
                  </a:cubicBezTo>
                  <a:close/>
                  <a:moveTo>
                    <a:pt x="85910" y="7011"/>
                  </a:moveTo>
                  <a:lnTo>
                    <a:pt x="85910" y="7339"/>
                  </a:lnTo>
                  <a:lnTo>
                    <a:pt x="85316" y="7288"/>
                  </a:lnTo>
                  <a:cubicBezTo>
                    <a:pt x="70192" y="6009"/>
                    <a:pt x="51691" y="6023"/>
                    <a:pt x="42494" y="6401"/>
                  </a:cubicBezTo>
                  <a:cubicBezTo>
                    <a:pt x="40261" y="6494"/>
                    <a:pt x="38580" y="6607"/>
                    <a:pt x="37630" y="6730"/>
                  </a:cubicBezTo>
                  <a:cubicBezTo>
                    <a:pt x="37332" y="6768"/>
                    <a:pt x="37147" y="6789"/>
                    <a:pt x="37153" y="6789"/>
                  </a:cubicBezTo>
                  <a:cubicBezTo>
                    <a:pt x="37850" y="6917"/>
                    <a:pt x="39498" y="7040"/>
                    <a:pt x="42288" y="7144"/>
                  </a:cubicBezTo>
                  <a:cubicBezTo>
                    <a:pt x="61889" y="7884"/>
                    <a:pt x="63375" y="8257"/>
                    <a:pt x="63381" y="8257"/>
                  </a:cubicBezTo>
                  <a:cubicBezTo>
                    <a:pt x="63469" y="8277"/>
                    <a:pt x="63523" y="8363"/>
                    <a:pt x="63504" y="8451"/>
                  </a:cubicBezTo>
                  <a:cubicBezTo>
                    <a:pt x="63484" y="8540"/>
                    <a:pt x="63397" y="8595"/>
                    <a:pt x="63309" y="8574"/>
                  </a:cubicBezTo>
                  <a:cubicBezTo>
                    <a:pt x="63303" y="8573"/>
                    <a:pt x="61845" y="8207"/>
                    <a:pt x="42278" y="7470"/>
                  </a:cubicBezTo>
                  <a:cubicBezTo>
                    <a:pt x="39470" y="7363"/>
                    <a:pt x="37808" y="7238"/>
                    <a:pt x="37096" y="7109"/>
                  </a:cubicBezTo>
                  <a:cubicBezTo>
                    <a:pt x="35709" y="6853"/>
                    <a:pt x="35979" y="6613"/>
                    <a:pt x="37591" y="6406"/>
                  </a:cubicBezTo>
                  <a:cubicBezTo>
                    <a:pt x="38551" y="6282"/>
                    <a:pt x="40243" y="6166"/>
                    <a:pt x="42484" y="6073"/>
                  </a:cubicBezTo>
                  <a:cubicBezTo>
                    <a:pt x="51691" y="5691"/>
                    <a:pt x="70210" y="5681"/>
                    <a:pt x="85345" y="6959"/>
                  </a:cubicBezTo>
                  <a:close/>
                  <a:moveTo>
                    <a:pt x="85910" y="10333"/>
                  </a:moveTo>
                  <a:cubicBezTo>
                    <a:pt x="84450" y="10324"/>
                    <a:pt x="82904" y="10309"/>
                    <a:pt x="81267" y="10289"/>
                  </a:cubicBezTo>
                  <a:cubicBezTo>
                    <a:pt x="61116" y="10038"/>
                    <a:pt x="23605" y="8239"/>
                    <a:pt x="4124" y="6826"/>
                  </a:cubicBezTo>
                  <a:cubicBezTo>
                    <a:pt x="2640" y="6717"/>
                    <a:pt x="1260" y="6613"/>
                    <a:pt x="1" y="6510"/>
                  </a:cubicBezTo>
                  <a:lnTo>
                    <a:pt x="1" y="6839"/>
                  </a:lnTo>
                  <a:cubicBezTo>
                    <a:pt x="1254" y="6940"/>
                    <a:pt x="2625" y="7044"/>
                    <a:pt x="4099" y="7153"/>
                  </a:cubicBezTo>
                  <a:cubicBezTo>
                    <a:pt x="23578" y="8564"/>
                    <a:pt x="61097" y="10362"/>
                    <a:pt x="81261" y="10615"/>
                  </a:cubicBezTo>
                  <a:cubicBezTo>
                    <a:pt x="82898" y="10635"/>
                    <a:pt x="84447" y="10650"/>
                    <a:pt x="85909" y="10659"/>
                  </a:cubicBezTo>
                  <a:lnTo>
                    <a:pt x="85909" y="10333"/>
                  </a:lnTo>
                  <a:close/>
                </a:path>
              </a:pathLst>
            </a:custGeom>
            <a:solidFill>
              <a:srgbClr val="0F2238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0" y="4676076"/>
              <a:ext cx="9143937" cy="328392"/>
            </a:xfrm>
            <a:custGeom>
              <a:avLst/>
              <a:gdLst/>
              <a:ahLst/>
              <a:cxnLst/>
              <a:rect l="l" t="t" r="r" b="b"/>
              <a:pathLst>
                <a:path w="85911" h="11166" extrusionOk="0">
                  <a:moveTo>
                    <a:pt x="85910" y="3769"/>
                  </a:moveTo>
                  <a:lnTo>
                    <a:pt x="85910" y="4097"/>
                  </a:lnTo>
                  <a:cubicBezTo>
                    <a:pt x="80520" y="3857"/>
                    <a:pt x="73396" y="3534"/>
                    <a:pt x="65402" y="3172"/>
                  </a:cubicBezTo>
                  <a:cubicBezTo>
                    <a:pt x="44427" y="2218"/>
                    <a:pt x="17449" y="989"/>
                    <a:pt x="2" y="327"/>
                  </a:cubicBezTo>
                  <a:lnTo>
                    <a:pt x="2" y="1"/>
                  </a:lnTo>
                  <a:cubicBezTo>
                    <a:pt x="17458" y="663"/>
                    <a:pt x="44439" y="1890"/>
                    <a:pt x="65417" y="2845"/>
                  </a:cubicBezTo>
                  <a:cubicBezTo>
                    <a:pt x="73406" y="3209"/>
                    <a:pt x="80521" y="3532"/>
                    <a:pt x="85910" y="3769"/>
                  </a:cubicBezTo>
                  <a:close/>
                  <a:moveTo>
                    <a:pt x="85910" y="10844"/>
                  </a:moveTo>
                  <a:lnTo>
                    <a:pt x="85910" y="11165"/>
                  </a:lnTo>
                  <a:cubicBezTo>
                    <a:pt x="77176" y="10830"/>
                    <a:pt x="65622" y="10462"/>
                    <a:pt x="53642" y="10079"/>
                  </a:cubicBezTo>
                  <a:cubicBezTo>
                    <a:pt x="32928" y="9415"/>
                    <a:pt x="10953" y="8714"/>
                    <a:pt x="1" y="8040"/>
                  </a:cubicBezTo>
                  <a:lnTo>
                    <a:pt x="1" y="7771"/>
                  </a:lnTo>
                  <a:cubicBezTo>
                    <a:pt x="10810" y="8380"/>
                    <a:pt x="32867" y="9088"/>
                    <a:pt x="53651" y="9751"/>
                  </a:cubicBezTo>
                  <a:cubicBezTo>
                    <a:pt x="65620" y="10135"/>
                    <a:pt x="77160" y="10505"/>
                    <a:pt x="85910" y="10844"/>
                  </a:cubicBezTo>
                  <a:close/>
                  <a:moveTo>
                    <a:pt x="2" y="6676"/>
                  </a:moveTo>
                  <a:lnTo>
                    <a:pt x="2" y="6366"/>
                  </a:lnTo>
                  <a:cubicBezTo>
                    <a:pt x="20826" y="5477"/>
                    <a:pt x="80875" y="5477"/>
                    <a:pt x="81081" y="5477"/>
                  </a:cubicBezTo>
                  <a:cubicBezTo>
                    <a:pt x="81172" y="5477"/>
                    <a:pt x="81245" y="5550"/>
                    <a:pt x="81245" y="5640"/>
                  </a:cubicBezTo>
                  <a:cubicBezTo>
                    <a:pt x="81245" y="5729"/>
                    <a:pt x="81172" y="5803"/>
                    <a:pt x="81081" y="5803"/>
                  </a:cubicBezTo>
                  <a:cubicBezTo>
                    <a:pt x="80875" y="5801"/>
                    <a:pt x="20657" y="5801"/>
                    <a:pt x="2" y="6676"/>
                  </a:cubicBezTo>
                  <a:close/>
                </a:path>
              </a:pathLst>
            </a:custGeom>
            <a:solidFill>
              <a:srgbClr val="0F2238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7"/>
          <p:cNvSpPr/>
          <p:nvPr/>
        </p:nvSpPr>
        <p:spPr>
          <a:xfrm flipH="1">
            <a:off x="-4" y="0"/>
            <a:ext cx="1909081" cy="1031269"/>
          </a:xfrm>
          <a:custGeom>
            <a:avLst/>
            <a:gdLst/>
            <a:ahLst/>
            <a:cxnLst/>
            <a:rect l="l" t="t" r="r" b="b"/>
            <a:pathLst>
              <a:path w="26150" h="14126" extrusionOk="0">
                <a:moveTo>
                  <a:pt x="1" y="0"/>
                </a:moveTo>
                <a:cubicBezTo>
                  <a:pt x="382" y="2025"/>
                  <a:pt x="1871" y="4064"/>
                  <a:pt x="5581" y="5168"/>
                </a:cubicBezTo>
                <a:cubicBezTo>
                  <a:pt x="11476" y="6922"/>
                  <a:pt x="14870" y="2729"/>
                  <a:pt x="17458" y="8847"/>
                </a:cubicBezTo>
                <a:cubicBezTo>
                  <a:pt x="19176" y="12907"/>
                  <a:pt x="23351" y="14033"/>
                  <a:pt x="26149" y="14126"/>
                </a:cubicBezTo>
                <a:lnTo>
                  <a:pt x="261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20000" y="811500"/>
            <a:ext cx="4480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720000" y="1284000"/>
            <a:ext cx="4480500" cy="22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Open Sans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>
                <a:solidFill>
                  <a:srgbClr val="434343"/>
                </a:solidFill>
              </a:defRPr>
            </a:lvl2pPr>
            <a:lvl3pPr marL="1371600" lvl="2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>
                <a:solidFill>
                  <a:srgbClr val="434343"/>
                </a:solidFill>
              </a:defRPr>
            </a:lvl3pPr>
            <a:lvl4pPr marL="1828800" lvl="3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>
                <a:solidFill>
                  <a:srgbClr val="434343"/>
                </a:solidFill>
              </a:defRPr>
            </a:lvl6pPr>
            <a:lvl7pPr marL="3200400" lvl="6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>
                <a:solidFill>
                  <a:srgbClr val="434343"/>
                </a:solidFill>
              </a:defRPr>
            </a:lvl7pPr>
            <a:lvl8pPr marL="3657600" lvl="7" indent="-2730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>
                <a:solidFill>
                  <a:srgbClr val="434343"/>
                </a:solidFill>
              </a:defRPr>
            </a:lvl8pPr>
            <a:lvl9pPr marL="4114800" lvl="8" indent="-2667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9"/>
          <p:cNvGrpSpPr/>
          <p:nvPr/>
        </p:nvGrpSpPr>
        <p:grpSpPr>
          <a:xfrm>
            <a:off x="1" y="3434176"/>
            <a:ext cx="1826020" cy="1709523"/>
            <a:chOff x="-6" y="3708150"/>
            <a:chExt cx="1533182" cy="1435368"/>
          </a:xfrm>
        </p:grpSpPr>
        <p:sp>
          <p:nvSpPr>
            <p:cNvPr id="69" name="Google Shape;69;p9"/>
            <p:cNvSpPr/>
            <p:nvPr/>
          </p:nvSpPr>
          <p:spPr>
            <a:xfrm>
              <a:off x="-6" y="3708150"/>
              <a:ext cx="1402520" cy="1435368"/>
            </a:xfrm>
            <a:custGeom>
              <a:avLst/>
              <a:gdLst/>
              <a:ahLst/>
              <a:cxnLst/>
              <a:rect l="l" t="t" r="r" b="b"/>
              <a:pathLst>
                <a:path w="16545" h="16933" extrusionOk="0">
                  <a:moveTo>
                    <a:pt x="2" y="362"/>
                  </a:moveTo>
                  <a:cubicBezTo>
                    <a:pt x="2538" y="1"/>
                    <a:pt x="5248" y="2091"/>
                    <a:pt x="4429" y="6595"/>
                  </a:cubicBezTo>
                  <a:cubicBezTo>
                    <a:pt x="2991" y="14507"/>
                    <a:pt x="13864" y="8019"/>
                    <a:pt x="16545" y="16933"/>
                  </a:cubicBezTo>
                  <a:lnTo>
                    <a:pt x="0" y="16933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>
              <a:off x="818227" y="4145324"/>
              <a:ext cx="714950" cy="544631"/>
            </a:xfrm>
            <a:custGeom>
              <a:avLst/>
              <a:gdLst/>
              <a:ahLst/>
              <a:cxnLst/>
              <a:rect l="l" t="t" r="r" b="b"/>
              <a:pathLst>
                <a:path w="8434" h="6425" extrusionOk="0">
                  <a:moveTo>
                    <a:pt x="7917" y="2439"/>
                  </a:moveTo>
                  <a:cubicBezTo>
                    <a:pt x="7428" y="687"/>
                    <a:pt x="5756" y="1"/>
                    <a:pt x="3369" y="482"/>
                  </a:cubicBezTo>
                  <a:cubicBezTo>
                    <a:pt x="0" y="1158"/>
                    <a:pt x="517" y="4497"/>
                    <a:pt x="3368" y="5782"/>
                  </a:cubicBezTo>
                  <a:cubicBezTo>
                    <a:pt x="4416" y="6253"/>
                    <a:pt x="5263" y="6425"/>
                    <a:pt x="5929" y="6406"/>
                  </a:cubicBezTo>
                  <a:cubicBezTo>
                    <a:pt x="7955" y="6341"/>
                    <a:pt x="8434" y="4304"/>
                    <a:pt x="7917" y="24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>
              <a:off x="582158" y="4166515"/>
              <a:ext cx="267110" cy="301264"/>
            </a:xfrm>
            <a:custGeom>
              <a:avLst/>
              <a:gdLst/>
              <a:ahLst/>
              <a:cxnLst/>
              <a:rect l="l" t="t" r="r" b="b"/>
              <a:pathLst>
                <a:path w="3151" h="3554" extrusionOk="0">
                  <a:moveTo>
                    <a:pt x="3092" y="1203"/>
                  </a:moveTo>
                  <a:cubicBezTo>
                    <a:pt x="3036" y="272"/>
                    <a:pt x="2430" y="1"/>
                    <a:pt x="1446" y="412"/>
                  </a:cubicBezTo>
                  <a:cubicBezTo>
                    <a:pt x="59" y="991"/>
                    <a:pt x="0" y="2791"/>
                    <a:pt x="1028" y="3318"/>
                  </a:cubicBezTo>
                  <a:cubicBezTo>
                    <a:pt x="1405" y="3511"/>
                    <a:pt x="1727" y="3553"/>
                    <a:pt x="1992" y="3500"/>
                  </a:cubicBezTo>
                  <a:cubicBezTo>
                    <a:pt x="2800" y="3340"/>
                    <a:pt x="3151" y="2194"/>
                    <a:pt x="3092" y="1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9"/>
          <p:cNvSpPr/>
          <p:nvPr/>
        </p:nvSpPr>
        <p:spPr>
          <a:xfrm rot="10800000">
            <a:off x="4710225" y="-6"/>
            <a:ext cx="4276451" cy="1348581"/>
          </a:xfrm>
          <a:custGeom>
            <a:avLst/>
            <a:gdLst/>
            <a:ahLst/>
            <a:cxnLst/>
            <a:rect l="l" t="t" r="r" b="b"/>
            <a:pathLst>
              <a:path w="40670" h="12825" extrusionOk="0">
                <a:moveTo>
                  <a:pt x="1" y="12825"/>
                </a:moveTo>
                <a:lnTo>
                  <a:pt x="40669" y="12825"/>
                </a:lnTo>
                <a:cubicBezTo>
                  <a:pt x="34411" y="6462"/>
                  <a:pt x="27713" y="11067"/>
                  <a:pt x="22789" y="9118"/>
                </a:cubicBezTo>
                <a:cubicBezTo>
                  <a:pt x="19891" y="7971"/>
                  <a:pt x="18357" y="5852"/>
                  <a:pt x="16460" y="4573"/>
                </a:cubicBezTo>
                <a:cubicBezTo>
                  <a:pt x="9683" y="0"/>
                  <a:pt x="2378" y="4560"/>
                  <a:pt x="1" y="1282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"/>
          <p:cNvSpPr/>
          <p:nvPr/>
        </p:nvSpPr>
        <p:spPr>
          <a:xfrm rot="5400000">
            <a:off x="7673821" y="3673325"/>
            <a:ext cx="1909081" cy="1031269"/>
          </a:xfrm>
          <a:custGeom>
            <a:avLst/>
            <a:gdLst/>
            <a:ahLst/>
            <a:cxnLst/>
            <a:rect l="l" t="t" r="r" b="b"/>
            <a:pathLst>
              <a:path w="26150" h="14126" extrusionOk="0">
                <a:moveTo>
                  <a:pt x="1" y="0"/>
                </a:moveTo>
                <a:cubicBezTo>
                  <a:pt x="382" y="2025"/>
                  <a:pt x="1871" y="4064"/>
                  <a:pt x="5581" y="5168"/>
                </a:cubicBezTo>
                <a:cubicBezTo>
                  <a:pt x="11476" y="6922"/>
                  <a:pt x="14870" y="2729"/>
                  <a:pt x="17458" y="8847"/>
                </a:cubicBezTo>
                <a:cubicBezTo>
                  <a:pt x="19176" y="12907"/>
                  <a:pt x="23351" y="14033"/>
                  <a:pt x="26149" y="14126"/>
                </a:cubicBezTo>
                <a:lnTo>
                  <a:pt x="261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9"/>
          <p:cNvGrpSpPr/>
          <p:nvPr/>
        </p:nvGrpSpPr>
        <p:grpSpPr>
          <a:xfrm rot="-2700000">
            <a:off x="515793" y="155060"/>
            <a:ext cx="619092" cy="943088"/>
            <a:chOff x="2217794" y="405486"/>
            <a:chExt cx="488849" cy="744683"/>
          </a:xfrm>
        </p:grpSpPr>
        <p:sp>
          <p:nvSpPr>
            <p:cNvPr id="75" name="Google Shape;75;p9"/>
            <p:cNvSpPr/>
            <p:nvPr/>
          </p:nvSpPr>
          <p:spPr>
            <a:xfrm>
              <a:off x="2217794" y="405486"/>
              <a:ext cx="458217" cy="608709"/>
            </a:xfrm>
            <a:custGeom>
              <a:avLst/>
              <a:gdLst/>
              <a:ahLst/>
              <a:cxnLst/>
              <a:rect l="l" t="t" r="r" b="b"/>
              <a:pathLst>
                <a:path w="8568" h="11382" extrusionOk="0">
                  <a:moveTo>
                    <a:pt x="1567" y="2876"/>
                  </a:moveTo>
                  <a:cubicBezTo>
                    <a:pt x="1" y="4616"/>
                    <a:pt x="346" y="6715"/>
                    <a:pt x="2405" y="8651"/>
                  </a:cubicBezTo>
                  <a:cubicBezTo>
                    <a:pt x="5312" y="11382"/>
                    <a:pt x="8568" y="8459"/>
                    <a:pt x="8101" y="4799"/>
                  </a:cubicBezTo>
                  <a:cubicBezTo>
                    <a:pt x="7931" y="3454"/>
                    <a:pt x="7568" y="2518"/>
                    <a:pt x="7113" y="1894"/>
                  </a:cubicBezTo>
                  <a:cubicBezTo>
                    <a:pt x="5735" y="0"/>
                    <a:pt x="3235" y="1023"/>
                    <a:pt x="1567" y="28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2456517" y="918655"/>
              <a:ext cx="250126" cy="231515"/>
            </a:xfrm>
            <a:custGeom>
              <a:avLst/>
              <a:gdLst/>
              <a:ahLst/>
              <a:cxnLst/>
              <a:rect l="l" t="t" r="r" b="b"/>
              <a:pathLst>
                <a:path w="4677" h="4329" extrusionOk="0">
                  <a:moveTo>
                    <a:pt x="965" y="1275"/>
                  </a:moveTo>
                  <a:cubicBezTo>
                    <a:pt x="1" y="2004"/>
                    <a:pt x="104" y="2784"/>
                    <a:pt x="1183" y="3424"/>
                  </a:cubicBezTo>
                  <a:cubicBezTo>
                    <a:pt x="2703" y="4328"/>
                    <a:pt x="4676" y="3076"/>
                    <a:pt x="4575" y="1709"/>
                  </a:cubicBezTo>
                  <a:cubicBezTo>
                    <a:pt x="4539" y="1207"/>
                    <a:pt x="4376" y="870"/>
                    <a:pt x="4147" y="655"/>
                  </a:cubicBezTo>
                  <a:cubicBezTo>
                    <a:pt x="3452" y="0"/>
                    <a:pt x="1991" y="498"/>
                    <a:pt x="96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2145350" y="1735787"/>
            <a:ext cx="4853100" cy="109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2145406" y="2756987"/>
            <a:ext cx="4853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subTitle" idx="1"/>
          </p:nvPr>
        </p:nvSpPr>
        <p:spPr>
          <a:xfrm>
            <a:off x="822921" y="1782275"/>
            <a:ext cx="34512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2"/>
          </p:nvPr>
        </p:nvSpPr>
        <p:spPr>
          <a:xfrm>
            <a:off x="4869879" y="1782275"/>
            <a:ext cx="3451200" cy="19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13"/>
          <p:cNvGrpSpPr/>
          <p:nvPr/>
        </p:nvGrpSpPr>
        <p:grpSpPr>
          <a:xfrm flipH="1">
            <a:off x="-6" y="3708150"/>
            <a:ext cx="1857406" cy="1435368"/>
            <a:chOff x="7286594" y="3708150"/>
            <a:chExt cx="1857406" cy="1435368"/>
          </a:xfrm>
        </p:grpSpPr>
        <p:sp>
          <p:nvSpPr>
            <p:cNvPr id="100" name="Google Shape;100;p13"/>
            <p:cNvSpPr/>
            <p:nvPr/>
          </p:nvSpPr>
          <p:spPr>
            <a:xfrm flipH="1">
              <a:off x="7741481" y="3708150"/>
              <a:ext cx="1402520" cy="1435368"/>
            </a:xfrm>
            <a:custGeom>
              <a:avLst/>
              <a:gdLst/>
              <a:ahLst/>
              <a:cxnLst/>
              <a:rect l="l" t="t" r="r" b="b"/>
              <a:pathLst>
                <a:path w="16545" h="16933" extrusionOk="0">
                  <a:moveTo>
                    <a:pt x="2" y="362"/>
                  </a:moveTo>
                  <a:cubicBezTo>
                    <a:pt x="2538" y="1"/>
                    <a:pt x="5248" y="2091"/>
                    <a:pt x="4429" y="6595"/>
                  </a:cubicBezTo>
                  <a:cubicBezTo>
                    <a:pt x="2991" y="14507"/>
                    <a:pt x="13864" y="8019"/>
                    <a:pt x="16545" y="16933"/>
                  </a:cubicBezTo>
                  <a:lnTo>
                    <a:pt x="0" y="16933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 flipH="1">
              <a:off x="7286594" y="4346332"/>
              <a:ext cx="714950" cy="544631"/>
            </a:xfrm>
            <a:custGeom>
              <a:avLst/>
              <a:gdLst/>
              <a:ahLst/>
              <a:cxnLst/>
              <a:rect l="l" t="t" r="r" b="b"/>
              <a:pathLst>
                <a:path w="8434" h="6425" extrusionOk="0">
                  <a:moveTo>
                    <a:pt x="7917" y="2439"/>
                  </a:moveTo>
                  <a:cubicBezTo>
                    <a:pt x="7428" y="687"/>
                    <a:pt x="5756" y="1"/>
                    <a:pt x="3369" y="482"/>
                  </a:cubicBezTo>
                  <a:cubicBezTo>
                    <a:pt x="0" y="1158"/>
                    <a:pt x="517" y="4497"/>
                    <a:pt x="3368" y="5782"/>
                  </a:cubicBezTo>
                  <a:cubicBezTo>
                    <a:pt x="4416" y="6253"/>
                    <a:pt x="5263" y="6425"/>
                    <a:pt x="5929" y="6406"/>
                  </a:cubicBezTo>
                  <a:cubicBezTo>
                    <a:pt x="7955" y="6341"/>
                    <a:pt x="8434" y="4304"/>
                    <a:pt x="7917" y="24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 flipH="1">
              <a:off x="7970503" y="4367523"/>
              <a:ext cx="267110" cy="301264"/>
            </a:xfrm>
            <a:custGeom>
              <a:avLst/>
              <a:gdLst/>
              <a:ahLst/>
              <a:cxnLst/>
              <a:rect l="l" t="t" r="r" b="b"/>
              <a:pathLst>
                <a:path w="3151" h="3554" extrusionOk="0">
                  <a:moveTo>
                    <a:pt x="3092" y="1203"/>
                  </a:moveTo>
                  <a:cubicBezTo>
                    <a:pt x="3036" y="272"/>
                    <a:pt x="2430" y="1"/>
                    <a:pt x="1446" y="412"/>
                  </a:cubicBezTo>
                  <a:cubicBezTo>
                    <a:pt x="59" y="991"/>
                    <a:pt x="0" y="2791"/>
                    <a:pt x="1028" y="3318"/>
                  </a:cubicBezTo>
                  <a:cubicBezTo>
                    <a:pt x="1405" y="3511"/>
                    <a:pt x="1727" y="3553"/>
                    <a:pt x="1992" y="3500"/>
                  </a:cubicBezTo>
                  <a:cubicBezTo>
                    <a:pt x="2800" y="3340"/>
                    <a:pt x="3151" y="2194"/>
                    <a:pt x="3092" y="1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3"/>
          <p:cNvSpPr/>
          <p:nvPr/>
        </p:nvSpPr>
        <p:spPr>
          <a:xfrm>
            <a:off x="7234896" y="0"/>
            <a:ext cx="1909081" cy="1031269"/>
          </a:xfrm>
          <a:custGeom>
            <a:avLst/>
            <a:gdLst/>
            <a:ahLst/>
            <a:cxnLst/>
            <a:rect l="l" t="t" r="r" b="b"/>
            <a:pathLst>
              <a:path w="26150" h="14126" extrusionOk="0">
                <a:moveTo>
                  <a:pt x="1" y="0"/>
                </a:moveTo>
                <a:cubicBezTo>
                  <a:pt x="382" y="2025"/>
                  <a:pt x="1871" y="4064"/>
                  <a:pt x="5581" y="5168"/>
                </a:cubicBezTo>
                <a:cubicBezTo>
                  <a:pt x="11476" y="6922"/>
                  <a:pt x="14870" y="2729"/>
                  <a:pt x="17458" y="8847"/>
                </a:cubicBezTo>
                <a:cubicBezTo>
                  <a:pt x="19176" y="12907"/>
                  <a:pt x="23351" y="14033"/>
                  <a:pt x="26149" y="14126"/>
                </a:cubicBezTo>
                <a:lnTo>
                  <a:pt x="261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_1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subTitle" idx="1"/>
          </p:nvPr>
        </p:nvSpPr>
        <p:spPr>
          <a:xfrm>
            <a:off x="3964375" y="2533650"/>
            <a:ext cx="39318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3964375" y="1969650"/>
            <a:ext cx="39318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09" name="Google Shape;209;p25"/>
          <p:cNvGrpSpPr/>
          <p:nvPr/>
        </p:nvGrpSpPr>
        <p:grpSpPr>
          <a:xfrm>
            <a:off x="7286594" y="3708150"/>
            <a:ext cx="1857406" cy="1435368"/>
            <a:chOff x="7286594" y="3708150"/>
            <a:chExt cx="1857406" cy="1435368"/>
          </a:xfrm>
        </p:grpSpPr>
        <p:sp>
          <p:nvSpPr>
            <p:cNvPr id="210" name="Google Shape;210;p25"/>
            <p:cNvSpPr/>
            <p:nvPr/>
          </p:nvSpPr>
          <p:spPr>
            <a:xfrm flipH="1">
              <a:off x="7741481" y="3708150"/>
              <a:ext cx="1402520" cy="1435368"/>
            </a:xfrm>
            <a:custGeom>
              <a:avLst/>
              <a:gdLst/>
              <a:ahLst/>
              <a:cxnLst/>
              <a:rect l="l" t="t" r="r" b="b"/>
              <a:pathLst>
                <a:path w="16545" h="16933" extrusionOk="0">
                  <a:moveTo>
                    <a:pt x="2" y="362"/>
                  </a:moveTo>
                  <a:cubicBezTo>
                    <a:pt x="2538" y="1"/>
                    <a:pt x="5248" y="2091"/>
                    <a:pt x="4429" y="6595"/>
                  </a:cubicBezTo>
                  <a:cubicBezTo>
                    <a:pt x="2991" y="14507"/>
                    <a:pt x="13864" y="8019"/>
                    <a:pt x="16545" y="16933"/>
                  </a:cubicBezTo>
                  <a:lnTo>
                    <a:pt x="0" y="16933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5"/>
            <p:cNvSpPr/>
            <p:nvPr/>
          </p:nvSpPr>
          <p:spPr>
            <a:xfrm flipH="1">
              <a:off x="7286594" y="4346332"/>
              <a:ext cx="714950" cy="544631"/>
            </a:xfrm>
            <a:custGeom>
              <a:avLst/>
              <a:gdLst/>
              <a:ahLst/>
              <a:cxnLst/>
              <a:rect l="l" t="t" r="r" b="b"/>
              <a:pathLst>
                <a:path w="8434" h="6425" extrusionOk="0">
                  <a:moveTo>
                    <a:pt x="7917" y="2439"/>
                  </a:moveTo>
                  <a:cubicBezTo>
                    <a:pt x="7428" y="687"/>
                    <a:pt x="5756" y="1"/>
                    <a:pt x="3369" y="482"/>
                  </a:cubicBezTo>
                  <a:cubicBezTo>
                    <a:pt x="0" y="1158"/>
                    <a:pt x="517" y="4497"/>
                    <a:pt x="3368" y="5782"/>
                  </a:cubicBezTo>
                  <a:cubicBezTo>
                    <a:pt x="4416" y="6253"/>
                    <a:pt x="5263" y="6425"/>
                    <a:pt x="5929" y="6406"/>
                  </a:cubicBezTo>
                  <a:cubicBezTo>
                    <a:pt x="7955" y="6341"/>
                    <a:pt x="8434" y="4304"/>
                    <a:pt x="7917" y="24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5"/>
            <p:cNvSpPr/>
            <p:nvPr/>
          </p:nvSpPr>
          <p:spPr>
            <a:xfrm flipH="1">
              <a:off x="7970503" y="4367523"/>
              <a:ext cx="267110" cy="301264"/>
            </a:xfrm>
            <a:custGeom>
              <a:avLst/>
              <a:gdLst/>
              <a:ahLst/>
              <a:cxnLst/>
              <a:rect l="l" t="t" r="r" b="b"/>
              <a:pathLst>
                <a:path w="3151" h="3554" extrusionOk="0">
                  <a:moveTo>
                    <a:pt x="3092" y="1203"/>
                  </a:moveTo>
                  <a:cubicBezTo>
                    <a:pt x="3036" y="272"/>
                    <a:pt x="2430" y="1"/>
                    <a:pt x="1446" y="412"/>
                  </a:cubicBezTo>
                  <a:cubicBezTo>
                    <a:pt x="59" y="991"/>
                    <a:pt x="0" y="2791"/>
                    <a:pt x="1028" y="3318"/>
                  </a:cubicBezTo>
                  <a:cubicBezTo>
                    <a:pt x="1405" y="3511"/>
                    <a:pt x="1727" y="3553"/>
                    <a:pt x="1992" y="3500"/>
                  </a:cubicBezTo>
                  <a:cubicBezTo>
                    <a:pt x="2800" y="3340"/>
                    <a:pt x="3151" y="2194"/>
                    <a:pt x="3092" y="1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25"/>
          <p:cNvSpPr/>
          <p:nvPr/>
        </p:nvSpPr>
        <p:spPr>
          <a:xfrm>
            <a:off x="7234921" y="0"/>
            <a:ext cx="1909081" cy="1031269"/>
          </a:xfrm>
          <a:custGeom>
            <a:avLst/>
            <a:gdLst/>
            <a:ahLst/>
            <a:cxnLst/>
            <a:rect l="l" t="t" r="r" b="b"/>
            <a:pathLst>
              <a:path w="26150" h="14126" extrusionOk="0">
                <a:moveTo>
                  <a:pt x="1" y="0"/>
                </a:moveTo>
                <a:cubicBezTo>
                  <a:pt x="382" y="2025"/>
                  <a:pt x="1871" y="4064"/>
                  <a:pt x="5581" y="5168"/>
                </a:cubicBezTo>
                <a:cubicBezTo>
                  <a:pt x="11476" y="6922"/>
                  <a:pt x="14870" y="2729"/>
                  <a:pt x="17458" y="8847"/>
                </a:cubicBezTo>
                <a:cubicBezTo>
                  <a:pt x="19176" y="12907"/>
                  <a:pt x="23351" y="14033"/>
                  <a:pt x="26149" y="14126"/>
                </a:cubicBezTo>
                <a:lnTo>
                  <a:pt x="261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2"/>
          <p:cNvGrpSpPr/>
          <p:nvPr/>
        </p:nvGrpSpPr>
        <p:grpSpPr>
          <a:xfrm rot="10800000">
            <a:off x="7317975" y="-6"/>
            <a:ext cx="1826020" cy="1709523"/>
            <a:chOff x="-6" y="3708150"/>
            <a:chExt cx="1533182" cy="1435368"/>
          </a:xfrm>
        </p:grpSpPr>
        <p:sp>
          <p:nvSpPr>
            <p:cNvPr id="304" name="Google Shape;304;p32"/>
            <p:cNvSpPr/>
            <p:nvPr/>
          </p:nvSpPr>
          <p:spPr>
            <a:xfrm>
              <a:off x="-6" y="3708150"/>
              <a:ext cx="1402520" cy="1435368"/>
            </a:xfrm>
            <a:custGeom>
              <a:avLst/>
              <a:gdLst/>
              <a:ahLst/>
              <a:cxnLst/>
              <a:rect l="l" t="t" r="r" b="b"/>
              <a:pathLst>
                <a:path w="16545" h="16933" extrusionOk="0">
                  <a:moveTo>
                    <a:pt x="2" y="362"/>
                  </a:moveTo>
                  <a:cubicBezTo>
                    <a:pt x="2538" y="1"/>
                    <a:pt x="5248" y="2091"/>
                    <a:pt x="4429" y="6595"/>
                  </a:cubicBezTo>
                  <a:cubicBezTo>
                    <a:pt x="2991" y="14507"/>
                    <a:pt x="13864" y="8019"/>
                    <a:pt x="16545" y="16933"/>
                  </a:cubicBezTo>
                  <a:lnTo>
                    <a:pt x="0" y="16933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2"/>
            <p:cNvSpPr/>
            <p:nvPr/>
          </p:nvSpPr>
          <p:spPr>
            <a:xfrm>
              <a:off x="818227" y="4145324"/>
              <a:ext cx="714950" cy="544631"/>
            </a:xfrm>
            <a:custGeom>
              <a:avLst/>
              <a:gdLst/>
              <a:ahLst/>
              <a:cxnLst/>
              <a:rect l="l" t="t" r="r" b="b"/>
              <a:pathLst>
                <a:path w="8434" h="6425" extrusionOk="0">
                  <a:moveTo>
                    <a:pt x="7917" y="2439"/>
                  </a:moveTo>
                  <a:cubicBezTo>
                    <a:pt x="7428" y="687"/>
                    <a:pt x="5756" y="1"/>
                    <a:pt x="3369" y="482"/>
                  </a:cubicBezTo>
                  <a:cubicBezTo>
                    <a:pt x="0" y="1158"/>
                    <a:pt x="517" y="4497"/>
                    <a:pt x="3368" y="5782"/>
                  </a:cubicBezTo>
                  <a:cubicBezTo>
                    <a:pt x="4416" y="6253"/>
                    <a:pt x="5263" y="6425"/>
                    <a:pt x="5929" y="6406"/>
                  </a:cubicBezTo>
                  <a:cubicBezTo>
                    <a:pt x="7955" y="6341"/>
                    <a:pt x="8434" y="4304"/>
                    <a:pt x="7917" y="24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2"/>
            <p:cNvSpPr/>
            <p:nvPr/>
          </p:nvSpPr>
          <p:spPr>
            <a:xfrm>
              <a:off x="582158" y="4166515"/>
              <a:ext cx="267110" cy="301264"/>
            </a:xfrm>
            <a:custGeom>
              <a:avLst/>
              <a:gdLst/>
              <a:ahLst/>
              <a:cxnLst/>
              <a:rect l="l" t="t" r="r" b="b"/>
              <a:pathLst>
                <a:path w="3151" h="3554" extrusionOk="0">
                  <a:moveTo>
                    <a:pt x="3092" y="1203"/>
                  </a:moveTo>
                  <a:cubicBezTo>
                    <a:pt x="3036" y="272"/>
                    <a:pt x="2430" y="1"/>
                    <a:pt x="1446" y="412"/>
                  </a:cubicBezTo>
                  <a:cubicBezTo>
                    <a:pt x="59" y="991"/>
                    <a:pt x="0" y="2791"/>
                    <a:pt x="1028" y="3318"/>
                  </a:cubicBezTo>
                  <a:cubicBezTo>
                    <a:pt x="1405" y="3511"/>
                    <a:pt x="1727" y="3553"/>
                    <a:pt x="1992" y="3500"/>
                  </a:cubicBezTo>
                  <a:cubicBezTo>
                    <a:pt x="2800" y="3340"/>
                    <a:pt x="3151" y="2194"/>
                    <a:pt x="3092" y="1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7" name="Google Shape;307;p32"/>
          <p:cNvSpPr/>
          <p:nvPr/>
        </p:nvSpPr>
        <p:spPr>
          <a:xfrm>
            <a:off x="157322" y="3795119"/>
            <a:ext cx="4276451" cy="1348581"/>
          </a:xfrm>
          <a:custGeom>
            <a:avLst/>
            <a:gdLst/>
            <a:ahLst/>
            <a:cxnLst/>
            <a:rect l="l" t="t" r="r" b="b"/>
            <a:pathLst>
              <a:path w="40670" h="12825" extrusionOk="0">
                <a:moveTo>
                  <a:pt x="1" y="12825"/>
                </a:moveTo>
                <a:lnTo>
                  <a:pt x="40669" y="12825"/>
                </a:lnTo>
                <a:cubicBezTo>
                  <a:pt x="34411" y="6462"/>
                  <a:pt x="27713" y="11067"/>
                  <a:pt x="22789" y="9118"/>
                </a:cubicBezTo>
                <a:cubicBezTo>
                  <a:pt x="19891" y="7971"/>
                  <a:pt x="18357" y="5852"/>
                  <a:pt x="16460" y="4573"/>
                </a:cubicBezTo>
                <a:cubicBezTo>
                  <a:pt x="9683" y="0"/>
                  <a:pt x="2378" y="4560"/>
                  <a:pt x="1" y="1282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2"/>
          <p:cNvSpPr/>
          <p:nvPr/>
        </p:nvSpPr>
        <p:spPr>
          <a:xfrm rot="-5400000">
            <a:off x="-438905" y="439100"/>
            <a:ext cx="1909081" cy="1031269"/>
          </a:xfrm>
          <a:custGeom>
            <a:avLst/>
            <a:gdLst/>
            <a:ahLst/>
            <a:cxnLst/>
            <a:rect l="l" t="t" r="r" b="b"/>
            <a:pathLst>
              <a:path w="26150" h="14126" extrusionOk="0">
                <a:moveTo>
                  <a:pt x="1" y="0"/>
                </a:moveTo>
                <a:cubicBezTo>
                  <a:pt x="382" y="2025"/>
                  <a:pt x="1871" y="4064"/>
                  <a:pt x="5581" y="5168"/>
                </a:cubicBezTo>
                <a:cubicBezTo>
                  <a:pt x="11476" y="6922"/>
                  <a:pt x="14870" y="2729"/>
                  <a:pt x="17458" y="8847"/>
                </a:cubicBezTo>
                <a:cubicBezTo>
                  <a:pt x="19176" y="12907"/>
                  <a:pt x="23351" y="14033"/>
                  <a:pt x="26149" y="14126"/>
                </a:cubicBezTo>
                <a:lnTo>
                  <a:pt x="261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9" name="Google Shape;309;p32"/>
          <p:cNvGrpSpPr/>
          <p:nvPr/>
        </p:nvGrpSpPr>
        <p:grpSpPr>
          <a:xfrm rot="8100000">
            <a:off x="8009112" y="4045546"/>
            <a:ext cx="619092" cy="943088"/>
            <a:chOff x="2217794" y="405486"/>
            <a:chExt cx="488849" cy="744683"/>
          </a:xfrm>
        </p:grpSpPr>
        <p:sp>
          <p:nvSpPr>
            <p:cNvPr id="310" name="Google Shape;310;p32"/>
            <p:cNvSpPr/>
            <p:nvPr/>
          </p:nvSpPr>
          <p:spPr>
            <a:xfrm>
              <a:off x="2217794" y="405486"/>
              <a:ext cx="458217" cy="608709"/>
            </a:xfrm>
            <a:custGeom>
              <a:avLst/>
              <a:gdLst/>
              <a:ahLst/>
              <a:cxnLst/>
              <a:rect l="l" t="t" r="r" b="b"/>
              <a:pathLst>
                <a:path w="8568" h="11382" extrusionOk="0">
                  <a:moveTo>
                    <a:pt x="1567" y="2876"/>
                  </a:moveTo>
                  <a:cubicBezTo>
                    <a:pt x="1" y="4616"/>
                    <a:pt x="346" y="6715"/>
                    <a:pt x="2405" y="8651"/>
                  </a:cubicBezTo>
                  <a:cubicBezTo>
                    <a:pt x="5312" y="11382"/>
                    <a:pt x="8568" y="8459"/>
                    <a:pt x="8101" y="4799"/>
                  </a:cubicBezTo>
                  <a:cubicBezTo>
                    <a:pt x="7931" y="3454"/>
                    <a:pt x="7568" y="2518"/>
                    <a:pt x="7113" y="1894"/>
                  </a:cubicBezTo>
                  <a:cubicBezTo>
                    <a:pt x="5735" y="0"/>
                    <a:pt x="3235" y="1023"/>
                    <a:pt x="1567" y="28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2"/>
            <p:cNvSpPr/>
            <p:nvPr/>
          </p:nvSpPr>
          <p:spPr>
            <a:xfrm>
              <a:off x="2456517" y="918655"/>
              <a:ext cx="250126" cy="231515"/>
            </a:xfrm>
            <a:custGeom>
              <a:avLst/>
              <a:gdLst/>
              <a:ahLst/>
              <a:cxnLst/>
              <a:rect l="l" t="t" r="r" b="b"/>
              <a:pathLst>
                <a:path w="4677" h="4329" extrusionOk="0">
                  <a:moveTo>
                    <a:pt x="965" y="1275"/>
                  </a:moveTo>
                  <a:cubicBezTo>
                    <a:pt x="1" y="2004"/>
                    <a:pt x="104" y="2784"/>
                    <a:pt x="1183" y="3424"/>
                  </a:cubicBezTo>
                  <a:cubicBezTo>
                    <a:pt x="2703" y="4328"/>
                    <a:pt x="4676" y="3076"/>
                    <a:pt x="4575" y="1709"/>
                  </a:cubicBezTo>
                  <a:cubicBezTo>
                    <a:pt x="4539" y="1207"/>
                    <a:pt x="4376" y="870"/>
                    <a:pt x="4147" y="655"/>
                  </a:cubicBezTo>
                  <a:cubicBezTo>
                    <a:pt x="3452" y="0"/>
                    <a:pt x="1991" y="498"/>
                    <a:pt x="96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2" name="Google Shape;312;p32"/>
          <p:cNvSpPr txBox="1">
            <a:spLocks noGrp="1"/>
          </p:cNvSpPr>
          <p:nvPr>
            <p:ph type="ctrTitle"/>
          </p:nvPr>
        </p:nvSpPr>
        <p:spPr>
          <a:xfrm>
            <a:off x="2429950" y="540000"/>
            <a:ext cx="4284000" cy="109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1"/>
          </p:nvPr>
        </p:nvSpPr>
        <p:spPr>
          <a:xfrm>
            <a:off x="2425075" y="1537800"/>
            <a:ext cx="42939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14" name="Google Shape;314;p32"/>
          <p:cNvSpPr txBox="1"/>
          <p:nvPr/>
        </p:nvSpPr>
        <p:spPr>
          <a:xfrm>
            <a:off x="2216675" y="3719700"/>
            <a:ext cx="471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Albert Sans"/>
                <a:ea typeface="Albert Sans"/>
                <a:cs typeface="Albert Sans"/>
                <a:sym typeface="Albert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3"/>
          <p:cNvGrpSpPr/>
          <p:nvPr/>
        </p:nvGrpSpPr>
        <p:grpSpPr>
          <a:xfrm rot="10800000">
            <a:off x="7317975" y="-6"/>
            <a:ext cx="1826020" cy="1709523"/>
            <a:chOff x="-6" y="3708150"/>
            <a:chExt cx="1533182" cy="1435368"/>
          </a:xfrm>
        </p:grpSpPr>
        <p:sp>
          <p:nvSpPr>
            <p:cNvPr id="317" name="Google Shape;317;p33"/>
            <p:cNvSpPr/>
            <p:nvPr/>
          </p:nvSpPr>
          <p:spPr>
            <a:xfrm>
              <a:off x="-6" y="3708150"/>
              <a:ext cx="1402520" cy="1435368"/>
            </a:xfrm>
            <a:custGeom>
              <a:avLst/>
              <a:gdLst/>
              <a:ahLst/>
              <a:cxnLst/>
              <a:rect l="l" t="t" r="r" b="b"/>
              <a:pathLst>
                <a:path w="16545" h="16933" extrusionOk="0">
                  <a:moveTo>
                    <a:pt x="2" y="362"/>
                  </a:moveTo>
                  <a:cubicBezTo>
                    <a:pt x="2538" y="1"/>
                    <a:pt x="5248" y="2091"/>
                    <a:pt x="4429" y="6595"/>
                  </a:cubicBezTo>
                  <a:cubicBezTo>
                    <a:pt x="2991" y="14507"/>
                    <a:pt x="13864" y="8019"/>
                    <a:pt x="16545" y="16933"/>
                  </a:cubicBezTo>
                  <a:lnTo>
                    <a:pt x="0" y="16933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3"/>
            <p:cNvSpPr/>
            <p:nvPr/>
          </p:nvSpPr>
          <p:spPr>
            <a:xfrm>
              <a:off x="818227" y="4145324"/>
              <a:ext cx="714950" cy="544631"/>
            </a:xfrm>
            <a:custGeom>
              <a:avLst/>
              <a:gdLst/>
              <a:ahLst/>
              <a:cxnLst/>
              <a:rect l="l" t="t" r="r" b="b"/>
              <a:pathLst>
                <a:path w="8434" h="6425" extrusionOk="0">
                  <a:moveTo>
                    <a:pt x="7917" y="2439"/>
                  </a:moveTo>
                  <a:cubicBezTo>
                    <a:pt x="7428" y="687"/>
                    <a:pt x="5756" y="1"/>
                    <a:pt x="3369" y="482"/>
                  </a:cubicBezTo>
                  <a:cubicBezTo>
                    <a:pt x="0" y="1158"/>
                    <a:pt x="517" y="4497"/>
                    <a:pt x="3368" y="5782"/>
                  </a:cubicBezTo>
                  <a:cubicBezTo>
                    <a:pt x="4416" y="6253"/>
                    <a:pt x="5263" y="6425"/>
                    <a:pt x="5929" y="6406"/>
                  </a:cubicBezTo>
                  <a:cubicBezTo>
                    <a:pt x="7955" y="6341"/>
                    <a:pt x="8434" y="4304"/>
                    <a:pt x="7917" y="24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3"/>
            <p:cNvSpPr/>
            <p:nvPr/>
          </p:nvSpPr>
          <p:spPr>
            <a:xfrm>
              <a:off x="582158" y="4166515"/>
              <a:ext cx="267110" cy="301264"/>
            </a:xfrm>
            <a:custGeom>
              <a:avLst/>
              <a:gdLst/>
              <a:ahLst/>
              <a:cxnLst/>
              <a:rect l="l" t="t" r="r" b="b"/>
              <a:pathLst>
                <a:path w="3151" h="3554" extrusionOk="0">
                  <a:moveTo>
                    <a:pt x="3092" y="1203"/>
                  </a:moveTo>
                  <a:cubicBezTo>
                    <a:pt x="3036" y="272"/>
                    <a:pt x="2430" y="1"/>
                    <a:pt x="1446" y="412"/>
                  </a:cubicBezTo>
                  <a:cubicBezTo>
                    <a:pt x="59" y="991"/>
                    <a:pt x="0" y="2791"/>
                    <a:pt x="1028" y="3318"/>
                  </a:cubicBezTo>
                  <a:cubicBezTo>
                    <a:pt x="1405" y="3511"/>
                    <a:pt x="1727" y="3553"/>
                    <a:pt x="1992" y="3500"/>
                  </a:cubicBezTo>
                  <a:cubicBezTo>
                    <a:pt x="2800" y="3340"/>
                    <a:pt x="3151" y="2194"/>
                    <a:pt x="3092" y="1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0" name="Google Shape;320;p33"/>
          <p:cNvSpPr/>
          <p:nvPr/>
        </p:nvSpPr>
        <p:spPr>
          <a:xfrm>
            <a:off x="157322" y="3795119"/>
            <a:ext cx="4276451" cy="1348581"/>
          </a:xfrm>
          <a:custGeom>
            <a:avLst/>
            <a:gdLst/>
            <a:ahLst/>
            <a:cxnLst/>
            <a:rect l="l" t="t" r="r" b="b"/>
            <a:pathLst>
              <a:path w="40670" h="12825" extrusionOk="0">
                <a:moveTo>
                  <a:pt x="1" y="12825"/>
                </a:moveTo>
                <a:lnTo>
                  <a:pt x="40669" y="12825"/>
                </a:lnTo>
                <a:cubicBezTo>
                  <a:pt x="34411" y="6462"/>
                  <a:pt x="27713" y="11067"/>
                  <a:pt x="22789" y="9118"/>
                </a:cubicBezTo>
                <a:cubicBezTo>
                  <a:pt x="19891" y="7971"/>
                  <a:pt x="18357" y="5852"/>
                  <a:pt x="16460" y="4573"/>
                </a:cubicBezTo>
                <a:cubicBezTo>
                  <a:pt x="9683" y="0"/>
                  <a:pt x="2378" y="4560"/>
                  <a:pt x="1" y="1282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3"/>
          <p:cNvSpPr/>
          <p:nvPr/>
        </p:nvSpPr>
        <p:spPr>
          <a:xfrm rot="-5400000">
            <a:off x="-438905" y="439100"/>
            <a:ext cx="1909081" cy="1031269"/>
          </a:xfrm>
          <a:custGeom>
            <a:avLst/>
            <a:gdLst/>
            <a:ahLst/>
            <a:cxnLst/>
            <a:rect l="l" t="t" r="r" b="b"/>
            <a:pathLst>
              <a:path w="26150" h="14126" extrusionOk="0">
                <a:moveTo>
                  <a:pt x="1" y="0"/>
                </a:moveTo>
                <a:cubicBezTo>
                  <a:pt x="382" y="2025"/>
                  <a:pt x="1871" y="4064"/>
                  <a:pt x="5581" y="5168"/>
                </a:cubicBezTo>
                <a:cubicBezTo>
                  <a:pt x="11476" y="6922"/>
                  <a:pt x="14870" y="2729"/>
                  <a:pt x="17458" y="8847"/>
                </a:cubicBezTo>
                <a:cubicBezTo>
                  <a:pt x="19176" y="12907"/>
                  <a:pt x="23351" y="14033"/>
                  <a:pt x="26149" y="14126"/>
                </a:cubicBezTo>
                <a:lnTo>
                  <a:pt x="261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33"/>
          <p:cNvGrpSpPr/>
          <p:nvPr/>
        </p:nvGrpSpPr>
        <p:grpSpPr>
          <a:xfrm rot="8100000">
            <a:off x="8009112" y="4045546"/>
            <a:ext cx="619092" cy="943088"/>
            <a:chOff x="2217794" y="405486"/>
            <a:chExt cx="488849" cy="744683"/>
          </a:xfrm>
        </p:grpSpPr>
        <p:sp>
          <p:nvSpPr>
            <p:cNvPr id="323" name="Google Shape;323;p33"/>
            <p:cNvSpPr/>
            <p:nvPr/>
          </p:nvSpPr>
          <p:spPr>
            <a:xfrm>
              <a:off x="2217794" y="405486"/>
              <a:ext cx="458217" cy="608709"/>
            </a:xfrm>
            <a:custGeom>
              <a:avLst/>
              <a:gdLst/>
              <a:ahLst/>
              <a:cxnLst/>
              <a:rect l="l" t="t" r="r" b="b"/>
              <a:pathLst>
                <a:path w="8568" h="11382" extrusionOk="0">
                  <a:moveTo>
                    <a:pt x="1567" y="2876"/>
                  </a:moveTo>
                  <a:cubicBezTo>
                    <a:pt x="1" y="4616"/>
                    <a:pt x="346" y="6715"/>
                    <a:pt x="2405" y="8651"/>
                  </a:cubicBezTo>
                  <a:cubicBezTo>
                    <a:pt x="5312" y="11382"/>
                    <a:pt x="8568" y="8459"/>
                    <a:pt x="8101" y="4799"/>
                  </a:cubicBezTo>
                  <a:cubicBezTo>
                    <a:pt x="7931" y="3454"/>
                    <a:pt x="7568" y="2518"/>
                    <a:pt x="7113" y="1894"/>
                  </a:cubicBezTo>
                  <a:cubicBezTo>
                    <a:pt x="5735" y="0"/>
                    <a:pt x="3235" y="1023"/>
                    <a:pt x="1567" y="28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3"/>
            <p:cNvSpPr/>
            <p:nvPr/>
          </p:nvSpPr>
          <p:spPr>
            <a:xfrm>
              <a:off x="2456517" y="918655"/>
              <a:ext cx="250126" cy="231515"/>
            </a:xfrm>
            <a:custGeom>
              <a:avLst/>
              <a:gdLst/>
              <a:ahLst/>
              <a:cxnLst/>
              <a:rect l="l" t="t" r="r" b="b"/>
              <a:pathLst>
                <a:path w="4677" h="4329" extrusionOk="0">
                  <a:moveTo>
                    <a:pt x="965" y="1275"/>
                  </a:moveTo>
                  <a:cubicBezTo>
                    <a:pt x="1" y="2004"/>
                    <a:pt x="104" y="2784"/>
                    <a:pt x="1183" y="3424"/>
                  </a:cubicBezTo>
                  <a:cubicBezTo>
                    <a:pt x="2703" y="4328"/>
                    <a:pt x="4676" y="3076"/>
                    <a:pt x="4575" y="1709"/>
                  </a:cubicBezTo>
                  <a:cubicBezTo>
                    <a:pt x="4539" y="1207"/>
                    <a:pt x="4376" y="870"/>
                    <a:pt x="4147" y="655"/>
                  </a:cubicBezTo>
                  <a:cubicBezTo>
                    <a:pt x="3452" y="0"/>
                    <a:pt x="1991" y="498"/>
                    <a:pt x="96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34"/>
          <p:cNvGrpSpPr/>
          <p:nvPr/>
        </p:nvGrpSpPr>
        <p:grpSpPr>
          <a:xfrm rot="10800000" flipH="1">
            <a:off x="-5" y="-6"/>
            <a:ext cx="1826020" cy="1709523"/>
            <a:chOff x="-6" y="3708150"/>
            <a:chExt cx="1533182" cy="1435368"/>
          </a:xfrm>
        </p:grpSpPr>
        <p:sp>
          <p:nvSpPr>
            <p:cNvPr id="327" name="Google Shape;327;p34"/>
            <p:cNvSpPr/>
            <p:nvPr/>
          </p:nvSpPr>
          <p:spPr>
            <a:xfrm>
              <a:off x="-6" y="3708150"/>
              <a:ext cx="1402520" cy="1435368"/>
            </a:xfrm>
            <a:custGeom>
              <a:avLst/>
              <a:gdLst/>
              <a:ahLst/>
              <a:cxnLst/>
              <a:rect l="l" t="t" r="r" b="b"/>
              <a:pathLst>
                <a:path w="16545" h="16933" extrusionOk="0">
                  <a:moveTo>
                    <a:pt x="2" y="362"/>
                  </a:moveTo>
                  <a:cubicBezTo>
                    <a:pt x="2538" y="1"/>
                    <a:pt x="5248" y="2091"/>
                    <a:pt x="4429" y="6595"/>
                  </a:cubicBezTo>
                  <a:cubicBezTo>
                    <a:pt x="2991" y="14507"/>
                    <a:pt x="13864" y="8019"/>
                    <a:pt x="16545" y="16933"/>
                  </a:cubicBezTo>
                  <a:lnTo>
                    <a:pt x="0" y="16933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818227" y="4145324"/>
              <a:ext cx="714950" cy="544631"/>
            </a:xfrm>
            <a:custGeom>
              <a:avLst/>
              <a:gdLst/>
              <a:ahLst/>
              <a:cxnLst/>
              <a:rect l="l" t="t" r="r" b="b"/>
              <a:pathLst>
                <a:path w="8434" h="6425" extrusionOk="0">
                  <a:moveTo>
                    <a:pt x="7917" y="2439"/>
                  </a:moveTo>
                  <a:cubicBezTo>
                    <a:pt x="7428" y="687"/>
                    <a:pt x="5756" y="1"/>
                    <a:pt x="3369" y="482"/>
                  </a:cubicBezTo>
                  <a:cubicBezTo>
                    <a:pt x="0" y="1158"/>
                    <a:pt x="517" y="4497"/>
                    <a:pt x="3368" y="5782"/>
                  </a:cubicBezTo>
                  <a:cubicBezTo>
                    <a:pt x="4416" y="6253"/>
                    <a:pt x="5263" y="6425"/>
                    <a:pt x="5929" y="6406"/>
                  </a:cubicBezTo>
                  <a:cubicBezTo>
                    <a:pt x="7955" y="6341"/>
                    <a:pt x="8434" y="4304"/>
                    <a:pt x="7917" y="243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582158" y="4166515"/>
              <a:ext cx="267110" cy="301264"/>
            </a:xfrm>
            <a:custGeom>
              <a:avLst/>
              <a:gdLst/>
              <a:ahLst/>
              <a:cxnLst/>
              <a:rect l="l" t="t" r="r" b="b"/>
              <a:pathLst>
                <a:path w="3151" h="3554" extrusionOk="0">
                  <a:moveTo>
                    <a:pt x="3092" y="1203"/>
                  </a:moveTo>
                  <a:cubicBezTo>
                    <a:pt x="3036" y="272"/>
                    <a:pt x="2430" y="1"/>
                    <a:pt x="1446" y="412"/>
                  </a:cubicBezTo>
                  <a:cubicBezTo>
                    <a:pt x="59" y="991"/>
                    <a:pt x="0" y="2791"/>
                    <a:pt x="1028" y="3318"/>
                  </a:cubicBezTo>
                  <a:cubicBezTo>
                    <a:pt x="1405" y="3511"/>
                    <a:pt x="1727" y="3553"/>
                    <a:pt x="1992" y="3500"/>
                  </a:cubicBezTo>
                  <a:cubicBezTo>
                    <a:pt x="2800" y="3340"/>
                    <a:pt x="3151" y="2194"/>
                    <a:pt x="3092" y="1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" name="Google Shape;330;p34"/>
          <p:cNvSpPr/>
          <p:nvPr/>
        </p:nvSpPr>
        <p:spPr>
          <a:xfrm rot="10800000" flipH="1">
            <a:off x="7234915" y="4112225"/>
            <a:ext cx="1909081" cy="1031269"/>
          </a:xfrm>
          <a:custGeom>
            <a:avLst/>
            <a:gdLst/>
            <a:ahLst/>
            <a:cxnLst/>
            <a:rect l="l" t="t" r="r" b="b"/>
            <a:pathLst>
              <a:path w="26150" h="14126" extrusionOk="0">
                <a:moveTo>
                  <a:pt x="1" y="0"/>
                </a:moveTo>
                <a:cubicBezTo>
                  <a:pt x="382" y="2025"/>
                  <a:pt x="1871" y="4064"/>
                  <a:pt x="5581" y="5168"/>
                </a:cubicBezTo>
                <a:cubicBezTo>
                  <a:pt x="11476" y="6922"/>
                  <a:pt x="14870" y="2729"/>
                  <a:pt x="17458" y="8847"/>
                </a:cubicBezTo>
                <a:cubicBezTo>
                  <a:pt x="19176" y="12907"/>
                  <a:pt x="23351" y="14033"/>
                  <a:pt x="26149" y="14126"/>
                </a:cubicBezTo>
                <a:lnTo>
                  <a:pt x="261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eeZee"/>
              <a:buNone/>
              <a:defRPr sz="3500" b="1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8" r:id="rId5"/>
    <p:sldLayoutId id="2147483659" r:id="rId6"/>
    <p:sldLayoutId id="2147483671" r:id="rId7"/>
    <p:sldLayoutId id="2147483678" r:id="rId8"/>
    <p:sldLayoutId id="2147483679" r:id="rId9"/>
    <p:sldLayoutId id="214748368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andom forest algorithm icon doodle illustration 49841138 Vector Art at ...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9184" r="91020">
                        <a14:foregroundMark x1="48980" y1="21531" x2="48980" y2="21531"/>
                        <a14:foregroundMark x1="40816" y1="28163" x2="40816" y2="28163"/>
                        <a14:foregroundMark x1="49184" y1="16429" x2="49184" y2="16429"/>
                        <a14:foregroundMark x1="62959" y1="34184" x2="62959" y2="34184"/>
                        <a14:foregroundMark x1="49388" y1="28163" x2="49388" y2="28163"/>
                        <a14:foregroundMark x1="23163" y1="47245" x2="23163" y2="47245"/>
                        <a14:foregroundMark x1="19490" y1="51429" x2="19490" y2="51429"/>
                        <a14:foregroundMark x1="15612" y1="56939" x2="15612" y2="56939"/>
                        <a14:foregroundMark x1="18571" y1="61122" x2="18571" y2="61122"/>
                        <a14:foregroundMark x1="12041" y1="60204" x2="12041" y2="60204"/>
                        <a14:foregroundMark x1="9184" y1="66327" x2="9184" y2="66327"/>
                        <a14:foregroundMark x1="30918" y1="70510" x2="30918" y2="70510"/>
                        <a14:foregroundMark x1="19388" y1="66735" x2="19388" y2="66735"/>
                        <a14:foregroundMark x1="26633" y1="61633" x2="26633" y2="61633"/>
                        <a14:foregroundMark x1="26735" y1="52143" x2="26735" y2="52143"/>
                        <a14:foregroundMark x1="49388" y1="62041" x2="49388" y2="62041"/>
                        <a14:foregroundMark x1="66735" y1="71837" x2="66735" y2="71837"/>
                        <a14:foregroundMark x1="80612" y1="66429" x2="80612" y2="66429"/>
                        <a14:foregroundMark x1="83061" y1="59898" x2="83061" y2="59898"/>
                        <a14:foregroundMark x1="82755" y1="52143" x2="82755" y2="52143"/>
                        <a14:foregroundMark x1="85408" y1="56939" x2="85408" y2="56939"/>
                        <a14:foregroundMark x1="87653" y1="61122" x2="87653" y2="61122"/>
                        <a14:foregroundMark x1="91020" y1="67245" x2="91020" y2="67245"/>
                        <a14:foregroundMark x1="74694" y1="66327" x2="74694" y2="66327"/>
                        <a14:foregroundMark x1="73367" y1="61020" x2="73367" y2="61020"/>
                        <a14:foregroundMark x1="73265" y1="53265" x2="73265" y2="53265"/>
                        <a14:foregroundMark x1="76429" y1="47857" x2="76429" y2="47857"/>
                        <a14:foregroundMark x1="67245" y1="60204" x2="67245" y2="60204"/>
                        <a14:foregroundMark x1="70612" y1="56327" x2="70612" y2="56327"/>
                        <a14:foregroundMark x1="64694" y1="65918" x2="64694" y2="65918"/>
                        <a14:foregroundMark x1="62653" y1="54388" x2="62653" y2="54388"/>
                        <a14:foregroundMark x1="60714" y1="50000" x2="60714" y2="50000"/>
                        <a14:foregroundMark x1="56837" y1="45510" x2="56837" y2="45510"/>
                        <a14:foregroundMark x1="53469" y1="39490" x2="53469" y2="39490"/>
                        <a14:foregroundMark x1="50000" y1="35306" x2="50000" y2="35306"/>
                        <a14:foregroundMark x1="46224" y1="39694" x2="46224" y2="39694"/>
                        <a14:foregroundMark x1="43265" y1="44694" x2="43265" y2="44694"/>
                        <a14:foregroundMark x1="39490" y1="48980" x2="39490" y2="48980"/>
                        <a14:foregroundMark x1="37143" y1="54184" x2="37143" y2="54184"/>
                        <a14:foregroundMark x1="33367" y1="61224" x2="33367" y2="61224"/>
                        <a14:foregroundMark x1="29592" y1="55918" x2="29592" y2="55918"/>
                        <a14:foregroundMark x1="35204" y1="65612" x2="35204" y2="65612"/>
                        <a14:foregroundMark x1="24286" y1="66122" x2="24286" y2="66122"/>
                        <a14:foregroundMark x1="47653" y1="54388" x2="47653" y2="54388"/>
                        <a14:foregroundMark x1="45000" y1="49490" x2="45000" y2="49490"/>
                        <a14:foregroundMark x1="54694" y1="48980" x2="54694" y2="48980"/>
                        <a14:foregroundMark x1="52041" y1="54796" x2="52041" y2="54796"/>
                        <a14:foregroundMark x1="65918" y1="34592" x2="65918" y2="34592"/>
                        <a14:foregroundMark x1="51837" y1="18469" x2="51837" y2="18469"/>
                      </a14:backgroundRemoval>
                    </a14:imgEffect>
                    <a14:imgEffect>
                      <a14:colorTemperature colorTemp="7235"/>
                    </a14:imgEffect>
                    <a14:imgEffect>
                      <a14:saturation sat="122000"/>
                    </a14:imgEffect>
                    <a14:imgEffect>
                      <a14:brightnessContrast bright="78000" contras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274" y="2168100"/>
            <a:ext cx="3059287" cy="3059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1" name="Google Shape;341;p38"/>
          <p:cNvGrpSpPr/>
          <p:nvPr/>
        </p:nvGrpSpPr>
        <p:grpSpPr>
          <a:xfrm>
            <a:off x="4954934" y="1157238"/>
            <a:ext cx="3205262" cy="3229701"/>
            <a:chOff x="5767234" y="750150"/>
            <a:chExt cx="2497088" cy="2516127"/>
          </a:xfrm>
        </p:grpSpPr>
        <p:sp>
          <p:nvSpPr>
            <p:cNvPr id="342" name="Google Shape;342;p38"/>
            <p:cNvSpPr/>
            <p:nvPr/>
          </p:nvSpPr>
          <p:spPr>
            <a:xfrm>
              <a:off x="5767234" y="750150"/>
              <a:ext cx="2497088" cy="2516127"/>
            </a:xfrm>
            <a:custGeom>
              <a:avLst/>
              <a:gdLst/>
              <a:ahLst/>
              <a:cxnLst/>
              <a:rect l="l" t="t" r="r" b="b"/>
              <a:pathLst>
                <a:path w="46692" h="47048" extrusionOk="0">
                  <a:moveTo>
                    <a:pt x="40081" y="5801"/>
                  </a:moveTo>
                  <a:cubicBezTo>
                    <a:pt x="33456" y="1"/>
                    <a:pt x="25100" y="1234"/>
                    <a:pt x="20125" y="8495"/>
                  </a:cubicBezTo>
                  <a:cubicBezTo>
                    <a:pt x="15524" y="15211"/>
                    <a:pt x="8215" y="17338"/>
                    <a:pt x="5004" y="22301"/>
                  </a:cubicBezTo>
                  <a:cubicBezTo>
                    <a:pt x="1" y="30038"/>
                    <a:pt x="5898" y="37407"/>
                    <a:pt x="13087" y="40562"/>
                  </a:cubicBezTo>
                  <a:cubicBezTo>
                    <a:pt x="27865" y="47048"/>
                    <a:pt x="46158" y="37454"/>
                    <a:pt x="46550" y="20971"/>
                  </a:cubicBezTo>
                  <a:cubicBezTo>
                    <a:pt x="46691" y="15048"/>
                    <a:pt x="44344" y="9861"/>
                    <a:pt x="40081" y="58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8"/>
            <p:cNvSpPr/>
            <p:nvPr/>
          </p:nvSpPr>
          <p:spPr>
            <a:xfrm>
              <a:off x="6075478" y="1018392"/>
              <a:ext cx="556673" cy="502872"/>
            </a:xfrm>
            <a:custGeom>
              <a:avLst/>
              <a:gdLst/>
              <a:ahLst/>
              <a:cxnLst/>
              <a:rect l="l" t="t" r="r" b="b"/>
              <a:pathLst>
                <a:path w="10409" h="9403" extrusionOk="0">
                  <a:moveTo>
                    <a:pt x="5974" y="635"/>
                  </a:moveTo>
                  <a:cubicBezTo>
                    <a:pt x="3713" y="1"/>
                    <a:pt x="1982" y="1244"/>
                    <a:pt x="1160" y="3954"/>
                  </a:cubicBezTo>
                  <a:cubicBezTo>
                    <a:pt x="0" y="7778"/>
                    <a:pt x="4073" y="9402"/>
                    <a:pt x="7154" y="7356"/>
                  </a:cubicBezTo>
                  <a:cubicBezTo>
                    <a:pt x="8286" y="6604"/>
                    <a:pt x="8964" y="5863"/>
                    <a:pt x="9322" y="5176"/>
                  </a:cubicBezTo>
                  <a:cubicBezTo>
                    <a:pt x="10409" y="3098"/>
                    <a:pt x="8380" y="1310"/>
                    <a:pt x="5974" y="63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8"/>
            <p:cNvSpPr/>
            <p:nvPr/>
          </p:nvSpPr>
          <p:spPr>
            <a:xfrm>
              <a:off x="5997454" y="1399098"/>
              <a:ext cx="225739" cy="250019"/>
            </a:xfrm>
            <a:custGeom>
              <a:avLst/>
              <a:gdLst/>
              <a:ahLst/>
              <a:cxnLst/>
              <a:rect l="l" t="t" r="r" b="b"/>
              <a:pathLst>
                <a:path w="4221" h="4675" extrusionOk="0">
                  <a:moveTo>
                    <a:pt x="1972" y="542"/>
                  </a:moveTo>
                  <a:cubicBezTo>
                    <a:pt x="887" y="0"/>
                    <a:pt x="234" y="438"/>
                    <a:pt x="137" y="1691"/>
                  </a:cubicBezTo>
                  <a:cubicBezTo>
                    <a:pt x="0" y="3460"/>
                    <a:pt x="2003" y="4674"/>
                    <a:pt x="3184" y="3979"/>
                  </a:cubicBezTo>
                  <a:cubicBezTo>
                    <a:pt x="3619" y="3722"/>
                    <a:pt x="3851" y="3424"/>
                    <a:pt x="3942" y="3123"/>
                  </a:cubicBezTo>
                  <a:cubicBezTo>
                    <a:pt x="4221" y="2207"/>
                    <a:pt x="3124" y="1117"/>
                    <a:pt x="1972" y="5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38"/>
          <p:cNvSpPr txBox="1">
            <a:spLocks noGrp="1"/>
          </p:cNvSpPr>
          <p:nvPr>
            <p:ph type="ctrTitle"/>
          </p:nvPr>
        </p:nvSpPr>
        <p:spPr>
          <a:xfrm>
            <a:off x="720000" y="783548"/>
            <a:ext cx="4206300" cy="15927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Academic Risk </a:t>
            </a:r>
            <a:r>
              <a:rPr lang="en-US" dirty="0" smtClean="0"/>
              <a:t>Predictor</a:t>
            </a:r>
            <a:endParaRPr dirty="0"/>
          </a:p>
        </p:txBody>
      </p:sp>
      <p:sp>
        <p:nvSpPr>
          <p:cNvPr id="346" name="Google Shape;346;p38"/>
          <p:cNvSpPr txBox="1">
            <a:spLocks noGrp="1"/>
          </p:cNvSpPr>
          <p:nvPr>
            <p:ph type="subTitle" idx="1"/>
          </p:nvPr>
        </p:nvSpPr>
        <p:spPr>
          <a:xfrm>
            <a:off x="720000" y="2350016"/>
            <a:ext cx="42063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lang="en-US" dirty="0"/>
              <a:t>Random Forest Model</a:t>
            </a:r>
          </a:p>
        </p:txBody>
      </p:sp>
      <p:sp>
        <p:nvSpPr>
          <p:cNvPr id="347" name="Google Shape;347;p38"/>
          <p:cNvSpPr txBox="1"/>
          <p:nvPr/>
        </p:nvSpPr>
        <p:spPr>
          <a:xfrm>
            <a:off x="6424384" y="222775"/>
            <a:ext cx="2567216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>
                <a:solidFill>
                  <a:schemeClr val="lt1"/>
                </a:solidFill>
                <a:latin typeface="ABeeZee"/>
                <a:ea typeface="ABeeZee"/>
                <a:cs typeface="ABeeZee"/>
                <a:sym typeface="ABeeZee"/>
              </a:rPr>
              <a:t>Proposal</a:t>
            </a:r>
            <a:endParaRPr sz="2000" dirty="0">
              <a:solidFill>
                <a:schemeClr val="lt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28" name="Picture 4" descr="make it less complex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1852">
                        <a14:foregroundMark x1="27284" y1="22469" x2="27284" y2="22469"/>
                        <a14:foregroundMark x1="23086" y1="26049" x2="23086" y2="26049"/>
                        <a14:foregroundMark x1="30247" y1="33827" x2="30247" y2="33827"/>
                        <a14:foregroundMark x1="26296" y1="25926" x2="26296" y2="25926"/>
                        <a14:foregroundMark x1="24198" y1="25556" x2="24198" y2="25556"/>
                        <a14:foregroundMark x1="21605" y1="41358" x2="21605" y2="41358"/>
                        <a14:foregroundMark x1="20000" y1="39259" x2="20000" y2="39259"/>
                        <a14:foregroundMark x1="18272" y1="41235" x2="18272" y2="41235"/>
                        <a14:foregroundMark x1="15432" y1="39753" x2="15432" y2="39753"/>
                        <a14:foregroundMark x1="12099" y1="38395" x2="12099" y2="38395"/>
                        <a14:foregroundMark x1="12469" y1="58889" x2="12469" y2="58889"/>
                        <a14:foregroundMark x1="76790" y1="40000" x2="76790" y2="40000"/>
                        <a14:foregroundMark x1="83086" y1="18395" x2="83086" y2="18395"/>
                        <a14:foregroundMark x1="78148" y1="12222" x2="78148" y2="12222"/>
                        <a14:foregroundMark x1="63951" y1="18395" x2="63951" y2="18395"/>
                        <a14:foregroundMark x1="85185" y1="14074" x2="85185" y2="14074"/>
                        <a14:foregroundMark x1="78519" y1="24074" x2="78519" y2="24074"/>
                        <a14:foregroundMark x1="86914" y1="87160" x2="86914" y2="87160"/>
                        <a14:foregroundMark x1="91852" y1="84321" x2="91852" y2="84321"/>
                        <a14:foregroundMark x1="18272" y1="70000" x2="18272" y2="70000"/>
                        <a14:foregroundMark x1="13086" y1="57407" x2="13086" y2="57407"/>
                        <a14:foregroundMark x1="14691" y1="59136" x2="14691" y2="59136"/>
                        <a14:foregroundMark x1="75185" y1="55679" x2="75185" y2="5567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0444" y="1157238"/>
            <a:ext cx="3749894" cy="374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3" name="Google Shape;346;p38"/>
          <p:cNvSpPr txBox="1">
            <a:spLocks/>
          </p:cNvSpPr>
          <p:nvPr/>
        </p:nvSpPr>
        <p:spPr>
          <a:xfrm>
            <a:off x="5630333" y="4657760"/>
            <a:ext cx="3665516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6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8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-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</a:rPr>
              <a:t>Sudin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dirty="0" err="1" smtClean="0">
                <a:solidFill>
                  <a:schemeClr val="accent5">
                    <a:lumMod val="75000"/>
                  </a:schemeClr>
                </a:solidFill>
              </a:rPr>
              <a:t>Maharjan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[250407]</a:t>
            </a:r>
            <a:endParaRPr lang="en-US" sz="18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2" name="Google Shape;991;p52"/>
          <p:cNvGrpSpPr/>
          <p:nvPr/>
        </p:nvGrpSpPr>
        <p:grpSpPr>
          <a:xfrm>
            <a:off x="303731" y="4732020"/>
            <a:ext cx="255359" cy="309792"/>
            <a:chOff x="7168579" y="1778023"/>
            <a:chExt cx="411693" cy="491084"/>
          </a:xfrm>
        </p:grpSpPr>
        <p:sp>
          <p:nvSpPr>
            <p:cNvPr id="13" name="Google Shape;992;p52"/>
            <p:cNvSpPr/>
            <p:nvPr/>
          </p:nvSpPr>
          <p:spPr>
            <a:xfrm>
              <a:off x="7168579" y="2098002"/>
              <a:ext cx="171250" cy="171106"/>
            </a:xfrm>
            <a:custGeom>
              <a:avLst/>
              <a:gdLst/>
              <a:ahLst/>
              <a:cxnLst/>
              <a:rect l="l" t="t" r="r" b="b"/>
              <a:pathLst>
                <a:path w="4148" h="4145" extrusionOk="0">
                  <a:moveTo>
                    <a:pt x="2978" y="497"/>
                  </a:moveTo>
                  <a:cubicBezTo>
                    <a:pt x="3847" y="996"/>
                    <a:pt x="4148" y="2104"/>
                    <a:pt x="3649" y="2975"/>
                  </a:cubicBezTo>
                  <a:cubicBezTo>
                    <a:pt x="3150" y="3844"/>
                    <a:pt x="2041" y="4145"/>
                    <a:pt x="1172" y="3645"/>
                  </a:cubicBezTo>
                  <a:cubicBezTo>
                    <a:pt x="302" y="3146"/>
                    <a:pt x="1" y="2038"/>
                    <a:pt x="500" y="1169"/>
                  </a:cubicBezTo>
                  <a:cubicBezTo>
                    <a:pt x="997" y="300"/>
                    <a:pt x="2107" y="0"/>
                    <a:pt x="2978" y="4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93;p52"/>
            <p:cNvSpPr/>
            <p:nvPr/>
          </p:nvSpPr>
          <p:spPr>
            <a:xfrm>
              <a:off x="7191904" y="1778023"/>
              <a:ext cx="388368" cy="442728"/>
            </a:xfrm>
            <a:custGeom>
              <a:avLst/>
              <a:gdLst/>
              <a:ahLst/>
              <a:cxnLst/>
              <a:rect l="l" t="t" r="r" b="b"/>
              <a:pathLst>
                <a:path w="9407" h="10725" extrusionOk="0">
                  <a:moveTo>
                    <a:pt x="6680" y="1160"/>
                  </a:moveTo>
                  <a:cubicBezTo>
                    <a:pt x="8705" y="2320"/>
                    <a:pt x="9406" y="4900"/>
                    <a:pt x="8247" y="6926"/>
                  </a:cubicBezTo>
                  <a:cubicBezTo>
                    <a:pt x="7507" y="8217"/>
                    <a:pt x="6191" y="8970"/>
                    <a:pt x="4809" y="9045"/>
                  </a:cubicBezTo>
                  <a:cubicBezTo>
                    <a:pt x="4408" y="9067"/>
                    <a:pt x="4211" y="9058"/>
                    <a:pt x="4066" y="9133"/>
                  </a:cubicBezTo>
                  <a:cubicBezTo>
                    <a:pt x="3875" y="9230"/>
                    <a:pt x="3918" y="9221"/>
                    <a:pt x="3546" y="9867"/>
                  </a:cubicBezTo>
                  <a:cubicBezTo>
                    <a:pt x="3057" y="10724"/>
                    <a:pt x="1" y="8889"/>
                    <a:pt x="456" y="8096"/>
                  </a:cubicBezTo>
                  <a:cubicBezTo>
                    <a:pt x="776" y="7540"/>
                    <a:pt x="798" y="7497"/>
                    <a:pt x="848" y="7252"/>
                  </a:cubicBezTo>
                  <a:cubicBezTo>
                    <a:pt x="896" y="7006"/>
                    <a:pt x="830" y="6812"/>
                    <a:pt x="682" y="6455"/>
                  </a:cubicBezTo>
                  <a:cubicBezTo>
                    <a:pt x="195" y="5285"/>
                    <a:pt x="234" y="3910"/>
                    <a:pt x="914" y="2725"/>
                  </a:cubicBezTo>
                  <a:cubicBezTo>
                    <a:pt x="2075" y="700"/>
                    <a:pt x="4657" y="0"/>
                    <a:pt x="6680" y="1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4;p52"/>
            <p:cNvSpPr/>
            <p:nvPr/>
          </p:nvSpPr>
          <p:spPr>
            <a:xfrm>
              <a:off x="7233145" y="1888618"/>
              <a:ext cx="248453" cy="308774"/>
            </a:xfrm>
            <a:custGeom>
              <a:avLst/>
              <a:gdLst/>
              <a:ahLst/>
              <a:cxnLst/>
              <a:rect l="l" t="t" r="r" b="b"/>
              <a:pathLst>
                <a:path w="6018" h="7480" extrusionOk="0">
                  <a:moveTo>
                    <a:pt x="245" y="6601"/>
                  </a:moveTo>
                  <a:cubicBezTo>
                    <a:pt x="209" y="6658"/>
                    <a:pt x="132" y="6675"/>
                    <a:pt x="76" y="6639"/>
                  </a:cubicBezTo>
                  <a:cubicBezTo>
                    <a:pt x="19" y="6602"/>
                    <a:pt x="0" y="6527"/>
                    <a:pt x="37" y="6470"/>
                  </a:cubicBezTo>
                  <a:cubicBezTo>
                    <a:pt x="43" y="6461"/>
                    <a:pt x="1116" y="4768"/>
                    <a:pt x="1975" y="3174"/>
                  </a:cubicBezTo>
                  <a:cubicBezTo>
                    <a:pt x="1757" y="2963"/>
                    <a:pt x="1575" y="2731"/>
                    <a:pt x="1452" y="2483"/>
                  </a:cubicBezTo>
                  <a:cubicBezTo>
                    <a:pt x="1348" y="2273"/>
                    <a:pt x="1282" y="2057"/>
                    <a:pt x="1268" y="1837"/>
                  </a:cubicBezTo>
                  <a:cubicBezTo>
                    <a:pt x="1233" y="1275"/>
                    <a:pt x="1493" y="761"/>
                    <a:pt x="1831" y="426"/>
                  </a:cubicBezTo>
                  <a:lnTo>
                    <a:pt x="1838" y="419"/>
                  </a:lnTo>
                  <a:cubicBezTo>
                    <a:pt x="1986" y="273"/>
                    <a:pt x="2151" y="162"/>
                    <a:pt x="2317" y="93"/>
                  </a:cubicBezTo>
                  <a:cubicBezTo>
                    <a:pt x="2488" y="22"/>
                    <a:pt x="2663" y="0"/>
                    <a:pt x="2817" y="39"/>
                  </a:cubicBezTo>
                  <a:cubicBezTo>
                    <a:pt x="2988" y="81"/>
                    <a:pt x="3131" y="193"/>
                    <a:pt x="3222" y="391"/>
                  </a:cubicBezTo>
                  <a:cubicBezTo>
                    <a:pt x="3394" y="759"/>
                    <a:pt x="2902" y="1904"/>
                    <a:pt x="2271" y="3114"/>
                  </a:cubicBezTo>
                  <a:cubicBezTo>
                    <a:pt x="2434" y="3255"/>
                    <a:pt x="2618" y="3384"/>
                    <a:pt x="2810" y="3496"/>
                  </a:cubicBezTo>
                  <a:cubicBezTo>
                    <a:pt x="3002" y="3606"/>
                    <a:pt x="3206" y="3700"/>
                    <a:pt x="3412" y="3769"/>
                  </a:cubicBezTo>
                  <a:cubicBezTo>
                    <a:pt x="4137" y="2613"/>
                    <a:pt x="4877" y="1611"/>
                    <a:pt x="5281" y="1573"/>
                  </a:cubicBezTo>
                  <a:cubicBezTo>
                    <a:pt x="5496" y="1552"/>
                    <a:pt x="5665" y="1618"/>
                    <a:pt x="5788" y="1744"/>
                  </a:cubicBezTo>
                  <a:cubicBezTo>
                    <a:pt x="5900" y="1859"/>
                    <a:pt x="5968" y="2020"/>
                    <a:pt x="5994" y="2205"/>
                  </a:cubicBezTo>
                  <a:cubicBezTo>
                    <a:pt x="6018" y="2381"/>
                    <a:pt x="6004" y="2580"/>
                    <a:pt x="5956" y="2782"/>
                  </a:cubicBezTo>
                  <a:cubicBezTo>
                    <a:pt x="5840" y="3246"/>
                    <a:pt x="5526" y="3734"/>
                    <a:pt x="5019" y="3990"/>
                  </a:cubicBezTo>
                  <a:cubicBezTo>
                    <a:pt x="4821" y="4090"/>
                    <a:pt x="4601" y="4145"/>
                    <a:pt x="4367" y="4159"/>
                  </a:cubicBezTo>
                  <a:cubicBezTo>
                    <a:pt x="4093" y="4177"/>
                    <a:pt x="3799" y="4140"/>
                    <a:pt x="3507" y="4056"/>
                  </a:cubicBezTo>
                  <a:cubicBezTo>
                    <a:pt x="2565" y="5604"/>
                    <a:pt x="1649" y="7386"/>
                    <a:pt x="1643" y="7395"/>
                  </a:cubicBezTo>
                  <a:cubicBezTo>
                    <a:pt x="1612" y="7455"/>
                    <a:pt x="1539" y="7480"/>
                    <a:pt x="1478" y="7448"/>
                  </a:cubicBezTo>
                  <a:cubicBezTo>
                    <a:pt x="1417" y="7417"/>
                    <a:pt x="1393" y="7343"/>
                    <a:pt x="1424" y="7283"/>
                  </a:cubicBezTo>
                  <a:cubicBezTo>
                    <a:pt x="1430" y="7273"/>
                    <a:pt x="2322" y="5539"/>
                    <a:pt x="3280" y="3985"/>
                  </a:cubicBezTo>
                  <a:cubicBezTo>
                    <a:pt x="3079" y="3914"/>
                    <a:pt x="2877" y="3820"/>
                    <a:pt x="2690" y="3712"/>
                  </a:cubicBezTo>
                  <a:cubicBezTo>
                    <a:pt x="2500" y="3604"/>
                    <a:pt x="2318" y="3477"/>
                    <a:pt x="2154" y="3339"/>
                  </a:cubicBezTo>
                  <a:cubicBezTo>
                    <a:pt x="1296" y="4945"/>
                    <a:pt x="250" y="6592"/>
                    <a:pt x="245" y="6601"/>
                  </a:cubicBezTo>
                  <a:close/>
                  <a:moveTo>
                    <a:pt x="2096" y="2947"/>
                  </a:moveTo>
                  <a:cubicBezTo>
                    <a:pt x="2687" y="1825"/>
                    <a:pt x="3140" y="796"/>
                    <a:pt x="2999" y="489"/>
                  </a:cubicBezTo>
                  <a:cubicBezTo>
                    <a:pt x="2942" y="367"/>
                    <a:pt x="2855" y="297"/>
                    <a:pt x="2757" y="273"/>
                  </a:cubicBezTo>
                  <a:cubicBezTo>
                    <a:pt x="2654" y="247"/>
                    <a:pt x="2532" y="266"/>
                    <a:pt x="2408" y="317"/>
                  </a:cubicBezTo>
                  <a:cubicBezTo>
                    <a:pt x="2274" y="372"/>
                    <a:pt x="2135" y="467"/>
                    <a:pt x="2008" y="592"/>
                  </a:cubicBezTo>
                  <a:lnTo>
                    <a:pt x="2002" y="598"/>
                  </a:lnTo>
                  <a:cubicBezTo>
                    <a:pt x="1707" y="890"/>
                    <a:pt x="1483" y="1335"/>
                    <a:pt x="1512" y="1821"/>
                  </a:cubicBezTo>
                  <a:cubicBezTo>
                    <a:pt x="1524" y="2007"/>
                    <a:pt x="1581" y="2192"/>
                    <a:pt x="1671" y="2373"/>
                  </a:cubicBezTo>
                  <a:cubicBezTo>
                    <a:pt x="1773" y="2574"/>
                    <a:pt x="1920" y="2769"/>
                    <a:pt x="2096" y="2947"/>
                  </a:cubicBezTo>
                  <a:close/>
                  <a:moveTo>
                    <a:pt x="3641" y="3833"/>
                  </a:moveTo>
                  <a:cubicBezTo>
                    <a:pt x="3883" y="3895"/>
                    <a:pt x="4125" y="3923"/>
                    <a:pt x="4353" y="3908"/>
                  </a:cubicBezTo>
                  <a:cubicBezTo>
                    <a:pt x="4555" y="3895"/>
                    <a:pt x="4742" y="3849"/>
                    <a:pt x="4909" y="3767"/>
                  </a:cubicBezTo>
                  <a:cubicBezTo>
                    <a:pt x="5344" y="3547"/>
                    <a:pt x="5618" y="3123"/>
                    <a:pt x="5717" y="2719"/>
                  </a:cubicBezTo>
                  <a:cubicBezTo>
                    <a:pt x="5759" y="2547"/>
                    <a:pt x="5772" y="2380"/>
                    <a:pt x="5752" y="2235"/>
                  </a:cubicBezTo>
                  <a:cubicBezTo>
                    <a:pt x="5733" y="2101"/>
                    <a:pt x="5687" y="1987"/>
                    <a:pt x="5614" y="1912"/>
                  </a:cubicBezTo>
                  <a:cubicBezTo>
                    <a:pt x="5542" y="1838"/>
                    <a:pt x="5439" y="1800"/>
                    <a:pt x="5304" y="1813"/>
                  </a:cubicBezTo>
                  <a:cubicBezTo>
                    <a:pt x="4968" y="1844"/>
                    <a:pt x="4309" y="2754"/>
                    <a:pt x="3641" y="38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95;p52"/>
            <p:cNvSpPr/>
            <p:nvPr/>
          </p:nvSpPr>
          <p:spPr>
            <a:xfrm>
              <a:off x="7170396" y="2089869"/>
              <a:ext cx="189581" cy="152819"/>
            </a:xfrm>
            <a:custGeom>
              <a:avLst/>
              <a:gdLst/>
              <a:ahLst/>
              <a:cxnLst/>
              <a:rect l="l" t="t" r="r" b="b"/>
              <a:pathLst>
                <a:path w="4592" h="3702" extrusionOk="0">
                  <a:moveTo>
                    <a:pt x="4118" y="1928"/>
                  </a:moveTo>
                  <a:cubicBezTo>
                    <a:pt x="4293" y="1881"/>
                    <a:pt x="4474" y="1984"/>
                    <a:pt x="4521" y="2160"/>
                  </a:cubicBezTo>
                  <a:cubicBezTo>
                    <a:pt x="4591" y="2418"/>
                    <a:pt x="4393" y="2552"/>
                    <a:pt x="4179" y="2584"/>
                  </a:cubicBezTo>
                  <a:cubicBezTo>
                    <a:pt x="4323" y="2800"/>
                    <a:pt x="4185" y="3038"/>
                    <a:pt x="3948" y="3091"/>
                  </a:cubicBezTo>
                  <a:cubicBezTo>
                    <a:pt x="4025" y="3273"/>
                    <a:pt x="3925" y="3481"/>
                    <a:pt x="3731" y="3534"/>
                  </a:cubicBezTo>
                  <a:cubicBezTo>
                    <a:pt x="3114" y="3701"/>
                    <a:pt x="2153" y="3263"/>
                    <a:pt x="1632" y="2957"/>
                  </a:cubicBezTo>
                  <a:cubicBezTo>
                    <a:pt x="909" y="2533"/>
                    <a:pt x="443" y="2187"/>
                    <a:pt x="89" y="1432"/>
                  </a:cubicBezTo>
                  <a:cubicBezTo>
                    <a:pt x="1" y="1244"/>
                    <a:pt x="171" y="1039"/>
                    <a:pt x="360" y="1014"/>
                  </a:cubicBezTo>
                  <a:cubicBezTo>
                    <a:pt x="281" y="779"/>
                    <a:pt x="426" y="542"/>
                    <a:pt x="682" y="557"/>
                  </a:cubicBezTo>
                  <a:cubicBezTo>
                    <a:pt x="601" y="359"/>
                    <a:pt x="617" y="125"/>
                    <a:pt x="867" y="52"/>
                  </a:cubicBezTo>
                  <a:cubicBezTo>
                    <a:pt x="1040" y="1"/>
                    <a:pt x="1224" y="98"/>
                    <a:pt x="1275" y="272"/>
                  </a:cubicBezTo>
                  <a:cubicBezTo>
                    <a:pt x="1388" y="692"/>
                    <a:pt x="2165" y="1210"/>
                    <a:pt x="2520" y="1419"/>
                  </a:cubicBezTo>
                  <a:cubicBezTo>
                    <a:pt x="3120" y="1771"/>
                    <a:pt x="3765" y="2013"/>
                    <a:pt x="4098" y="19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96;p52"/>
            <p:cNvSpPr/>
            <p:nvPr/>
          </p:nvSpPr>
          <p:spPr>
            <a:xfrm>
              <a:off x="7218118" y="1796931"/>
              <a:ext cx="225499" cy="112694"/>
            </a:xfrm>
            <a:custGeom>
              <a:avLst/>
              <a:gdLst/>
              <a:ahLst/>
              <a:cxnLst/>
              <a:rect l="l" t="t" r="r" b="b"/>
              <a:pathLst>
                <a:path w="5462" h="2730" extrusionOk="0">
                  <a:moveTo>
                    <a:pt x="5363" y="292"/>
                  </a:moveTo>
                  <a:cubicBezTo>
                    <a:pt x="5427" y="314"/>
                    <a:pt x="5461" y="386"/>
                    <a:pt x="5439" y="449"/>
                  </a:cubicBezTo>
                  <a:cubicBezTo>
                    <a:pt x="5417" y="514"/>
                    <a:pt x="5345" y="548"/>
                    <a:pt x="5280" y="526"/>
                  </a:cubicBezTo>
                  <a:cubicBezTo>
                    <a:pt x="4759" y="338"/>
                    <a:pt x="4265" y="250"/>
                    <a:pt x="3795" y="247"/>
                  </a:cubicBezTo>
                  <a:cubicBezTo>
                    <a:pt x="3306" y="244"/>
                    <a:pt x="2845" y="335"/>
                    <a:pt x="2415" y="507"/>
                  </a:cubicBezTo>
                  <a:cubicBezTo>
                    <a:pt x="1960" y="689"/>
                    <a:pt x="1552" y="947"/>
                    <a:pt x="1192" y="1298"/>
                  </a:cubicBezTo>
                  <a:cubicBezTo>
                    <a:pt x="831" y="1647"/>
                    <a:pt x="517" y="2092"/>
                    <a:pt x="250" y="2643"/>
                  </a:cubicBezTo>
                  <a:cubicBezTo>
                    <a:pt x="220" y="2703"/>
                    <a:pt x="147" y="2729"/>
                    <a:pt x="85" y="2700"/>
                  </a:cubicBezTo>
                  <a:cubicBezTo>
                    <a:pt x="25" y="2671"/>
                    <a:pt x="0" y="2597"/>
                    <a:pt x="29" y="2537"/>
                  </a:cubicBezTo>
                  <a:cubicBezTo>
                    <a:pt x="310" y="1960"/>
                    <a:pt x="640" y="1495"/>
                    <a:pt x="1022" y="1123"/>
                  </a:cubicBezTo>
                  <a:cubicBezTo>
                    <a:pt x="1405" y="750"/>
                    <a:pt x="1838" y="476"/>
                    <a:pt x="2322" y="281"/>
                  </a:cubicBezTo>
                  <a:cubicBezTo>
                    <a:pt x="2782" y="97"/>
                    <a:pt x="3275" y="0"/>
                    <a:pt x="3796" y="2"/>
                  </a:cubicBezTo>
                  <a:cubicBezTo>
                    <a:pt x="4294" y="2"/>
                    <a:pt x="4817" y="96"/>
                    <a:pt x="5363" y="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97;p52"/>
            <p:cNvSpPr/>
            <p:nvPr/>
          </p:nvSpPr>
          <p:spPr>
            <a:xfrm>
              <a:off x="7360089" y="2004043"/>
              <a:ext cx="195195" cy="151745"/>
            </a:xfrm>
            <a:custGeom>
              <a:avLst/>
              <a:gdLst/>
              <a:ahLst/>
              <a:cxnLst/>
              <a:rect l="l" t="t" r="r" b="b"/>
              <a:pathLst>
                <a:path w="4728" h="3676" extrusionOk="0">
                  <a:moveTo>
                    <a:pt x="122" y="3652"/>
                  </a:moveTo>
                  <a:cubicBezTo>
                    <a:pt x="55" y="3650"/>
                    <a:pt x="1" y="3595"/>
                    <a:pt x="4" y="3527"/>
                  </a:cubicBezTo>
                  <a:cubicBezTo>
                    <a:pt x="5" y="3460"/>
                    <a:pt x="59" y="3405"/>
                    <a:pt x="128" y="3408"/>
                  </a:cubicBezTo>
                  <a:cubicBezTo>
                    <a:pt x="1259" y="3432"/>
                    <a:pt x="2173" y="3131"/>
                    <a:pt x="2882" y="2593"/>
                  </a:cubicBezTo>
                  <a:cubicBezTo>
                    <a:pt x="3653" y="2008"/>
                    <a:pt x="4182" y="1140"/>
                    <a:pt x="4475" y="104"/>
                  </a:cubicBezTo>
                  <a:cubicBezTo>
                    <a:pt x="4493" y="38"/>
                    <a:pt x="4562" y="1"/>
                    <a:pt x="4625" y="19"/>
                  </a:cubicBezTo>
                  <a:cubicBezTo>
                    <a:pt x="4691" y="38"/>
                    <a:pt x="4728" y="105"/>
                    <a:pt x="4710" y="170"/>
                  </a:cubicBezTo>
                  <a:cubicBezTo>
                    <a:pt x="4402" y="1255"/>
                    <a:pt x="3844" y="2168"/>
                    <a:pt x="3029" y="2787"/>
                  </a:cubicBezTo>
                  <a:cubicBezTo>
                    <a:pt x="2279" y="3357"/>
                    <a:pt x="1310" y="3675"/>
                    <a:pt x="122" y="36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"/>
          <p:cNvSpPr txBox="1">
            <a:spLocks noGrp="1"/>
          </p:cNvSpPr>
          <p:nvPr>
            <p:ph type="title"/>
          </p:nvPr>
        </p:nvSpPr>
        <p:spPr>
          <a:xfrm>
            <a:off x="2149319" y="482278"/>
            <a:ext cx="6355183" cy="190957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solidFill>
                  <a:srgbClr val="003366"/>
                </a:solidFill>
              </a:rPr>
              <a:t>Problem </a:t>
            </a:r>
            <a:r>
              <a:rPr lang="en-US" dirty="0" smtClean="0">
                <a:solidFill>
                  <a:srgbClr val="003366"/>
                </a:solidFill>
              </a:rPr>
              <a:t>Statement</a:t>
            </a:r>
            <a:r>
              <a:rPr lang="en" dirty="0" smtClean="0">
                <a:solidFill>
                  <a:schemeClr val="accent2"/>
                </a:solidFill>
              </a:rPr>
              <a:t>!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541" name="Google Shape;541;p41"/>
          <p:cNvSpPr txBox="1">
            <a:spLocks noGrp="1"/>
          </p:cNvSpPr>
          <p:nvPr>
            <p:ph type="subTitle" idx="1"/>
          </p:nvPr>
        </p:nvSpPr>
        <p:spPr>
          <a:xfrm>
            <a:off x="2466101" y="2756987"/>
            <a:ext cx="5415375" cy="1950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 algn="l">
              <a:buClr>
                <a:schemeClr val="accent2"/>
              </a:buClr>
              <a:buSzPct val="72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dirty="0"/>
              <a:t>Late identification of at-risk students</a:t>
            </a:r>
          </a:p>
          <a:p>
            <a:pPr marL="482600" indent="-342900" algn="l">
              <a:buClr>
                <a:schemeClr val="accent2"/>
              </a:buClr>
              <a:buSzPct val="72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dirty="0"/>
              <a:t>Only GPA &amp; Attendance used</a:t>
            </a:r>
          </a:p>
          <a:p>
            <a:pPr marL="482600" indent="-342900" algn="l">
              <a:buClr>
                <a:schemeClr val="accent2"/>
              </a:buClr>
              <a:buSzPct val="72000"/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dirty="0"/>
              <a:t>No early warning system</a:t>
            </a:r>
          </a:p>
        </p:txBody>
      </p:sp>
      <p:grpSp>
        <p:nvGrpSpPr>
          <p:cNvPr id="542" name="Google Shape;542;p41"/>
          <p:cNvGrpSpPr/>
          <p:nvPr/>
        </p:nvGrpSpPr>
        <p:grpSpPr>
          <a:xfrm rot="-899960">
            <a:off x="511154" y="971420"/>
            <a:ext cx="1934970" cy="1288460"/>
            <a:chOff x="4840824" y="1896256"/>
            <a:chExt cx="1935028" cy="1288499"/>
          </a:xfrm>
        </p:grpSpPr>
        <p:sp>
          <p:nvSpPr>
            <p:cNvPr id="543" name="Google Shape;543;p41"/>
            <p:cNvSpPr/>
            <p:nvPr/>
          </p:nvSpPr>
          <p:spPr>
            <a:xfrm>
              <a:off x="4840824" y="2011020"/>
              <a:ext cx="1935028" cy="1168719"/>
            </a:xfrm>
            <a:custGeom>
              <a:avLst/>
              <a:gdLst/>
              <a:ahLst/>
              <a:cxnLst/>
              <a:rect l="l" t="t" r="r" b="b"/>
              <a:pathLst>
                <a:path w="46870" h="28312" extrusionOk="0">
                  <a:moveTo>
                    <a:pt x="23434" y="1"/>
                  </a:moveTo>
                  <a:lnTo>
                    <a:pt x="46869" y="80"/>
                  </a:lnTo>
                  <a:lnTo>
                    <a:pt x="45447" y="28311"/>
                  </a:lnTo>
                  <a:cubicBezTo>
                    <a:pt x="38110" y="28096"/>
                    <a:pt x="30773" y="27883"/>
                    <a:pt x="23435" y="27668"/>
                  </a:cubicBezTo>
                  <a:cubicBezTo>
                    <a:pt x="16100" y="27883"/>
                    <a:pt x="8761" y="28099"/>
                    <a:pt x="1424" y="28311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1"/>
            <p:cNvSpPr/>
            <p:nvPr/>
          </p:nvSpPr>
          <p:spPr>
            <a:xfrm>
              <a:off x="4898496" y="3155652"/>
              <a:ext cx="1819347" cy="29102"/>
            </a:xfrm>
            <a:custGeom>
              <a:avLst/>
              <a:gdLst/>
              <a:ahLst/>
              <a:cxnLst/>
              <a:rect l="l" t="t" r="r" b="b"/>
              <a:pathLst>
                <a:path w="44068" h="705" extrusionOk="0">
                  <a:moveTo>
                    <a:pt x="43947" y="457"/>
                  </a:moveTo>
                  <a:cubicBezTo>
                    <a:pt x="44015" y="460"/>
                    <a:pt x="44068" y="515"/>
                    <a:pt x="44066" y="584"/>
                  </a:cubicBezTo>
                  <a:cubicBezTo>
                    <a:pt x="44065" y="652"/>
                    <a:pt x="44007" y="705"/>
                    <a:pt x="43941" y="703"/>
                  </a:cubicBezTo>
                  <a:lnTo>
                    <a:pt x="22038" y="63"/>
                  </a:lnTo>
                  <a:lnTo>
                    <a:pt x="128" y="703"/>
                  </a:lnTo>
                  <a:cubicBezTo>
                    <a:pt x="61" y="705"/>
                    <a:pt x="4" y="652"/>
                    <a:pt x="2" y="584"/>
                  </a:cubicBezTo>
                  <a:cubicBezTo>
                    <a:pt x="1" y="515"/>
                    <a:pt x="53" y="460"/>
                    <a:pt x="121" y="457"/>
                  </a:cubicBezTo>
                  <a:cubicBezTo>
                    <a:pt x="15783" y="0"/>
                    <a:pt x="28285" y="0"/>
                    <a:pt x="43947" y="4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1"/>
            <p:cNvSpPr/>
            <p:nvPr/>
          </p:nvSpPr>
          <p:spPr>
            <a:xfrm>
              <a:off x="4913770" y="1948023"/>
              <a:ext cx="1789044" cy="1168761"/>
            </a:xfrm>
            <a:custGeom>
              <a:avLst/>
              <a:gdLst/>
              <a:ahLst/>
              <a:cxnLst/>
              <a:rect l="l" t="t" r="r" b="b"/>
              <a:pathLst>
                <a:path w="43334" h="28313" extrusionOk="0">
                  <a:moveTo>
                    <a:pt x="43334" y="2350"/>
                  </a:moveTo>
                  <a:cubicBezTo>
                    <a:pt x="35601" y="0"/>
                    <a:pt x="28333" y="37"/>
                    <a:pt x="21667" y="2350"/>
                  </a:cubicBezTo>
                  <a:cubicBezTo>
                    <a:pt x="15002" y="37"/>
                    <a:pt x="7731" y="0"/>
                    <a:pt x="1" y="2350"/>
                  </a:cubicBezTo>
                  <a:lnTo>
                    <a:pt x="1300" y="28312"/>
                  </a:lnTo>
                  <a:lnTo>
                    <a:pt x="21666" y="28312"/>
                  </a:lnTo>
                  <a:lnTo>
                    <a:pt x="42030" y="283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1"/>
            <p:cNvSpPr/>
            <p:nvPr/>
          </p:nvSpPr>
          <p:spPr>
            <a:xfrm>
              <a:off x="4946136" y="1896256"/>
              <a:ext cx="862196" cy="1174581"/>
            </a:xfrm>
            <a:custGeom>
              <a:avLst/>
              <a:gdLst/>
              <a:ahLst/>
              <a:cxnLst/>
              <a:rect l="l" t="t" r="r" b="b"/>
              <a:pathLst>
                <a:path w="20884" h="28454" extrusionOk="0">
                  <a:moveTo>
                    <a:pt x="0" y="2351"/>
                  </a:moveTo>
                  <a:cubicBezTo>
                    <a:pt x="7451" y="0"/>
                    <a:pt x="14457" y="37"/>
                    <a:pt x="20883" y="2351"/>
                  </a:cubicBezTo>
                  <a:lnTo>
                    <a:pt x="20883" y="28453"/>
                  </a:lnTo>
                  <a:cubicBezTo>
                    <a:pt x="14339" y="26322"/>
                    <a:pt x="7797" y="26131"/>
                    <a:pt x="1254" y="284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1"/>
            <p:cNvSpPr/>
            <p:nvPr/>
          </p:nvSpPr>
          <p:spPr>
            <a:xfrm>
              <a:off x="5808238" y="1896256"/>
              <a:ext cx="862155" cy="1174581"/>
            </a:xfrm>
            <a:custGeom>
              <a:avLst/>
              <a:gdLst/>
              <a:ahLst/>
              <a:cxnLst/>
              <a:rect l="l" t="t" r="r" b="b"/>
              <a:pathLst>
                <a:path w="20883" h="28454" extrusionOk="0">
                  <a:moveTo>
                    <a:pt x="20883" y="2351"/>
                  </a:moveTo>
                  <a:cubicBezTo>
                    <a:pt x="13432" y="0"/>
                    <a:pt x="6424" y="37"/>
                    <a:pt x="0" y="2351"/>
                  </a:cubicBezTo>
                  <a:lnTo>
                    <a:pt x="0" y="28453"/>
                  </a:lnTo>
                  <a:cubicBezTo>
                    <a:pt x="6543" y="26322"/>
                    <a:pt x="13086" y="26131"/>
                    <a:pt x="19629" y="284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1"/>
            <p:cNvSpPr/>
            <p:nvPr/>
          </p:nvSpPr>
          <p:spPr>
            <a:xfrm>
              <a:off x="5725921" y="3066895"/>
              <a:ext cx="164603" cy="52302"/>
            </a:xfrm>
            <a:custGeom>
              <a:avLst/>
              <a:gdLst/>
              <a:ahLst/>
              <a:cxnLst/>
              <a:rect l="l" t="t" r="r" b="b"/>
              <a:pathLst>
                <a:path w="3987" h="1267" extrusionOk="0">
                  <a:moveTo>
                    <a:pt x="254" y="1171"/>
                  </a:moveTo>
                  <a:cubicBezTo>
                    <a:pt x="231" y="1234"/>
                    <a:pt x="159" y="1266"/>
                    <a:pt x="96" y="1241"/>
                  </a:cubicBezTo>
                  <a:cubicBezTo>
                    <a:pt x="34" y="1218"/>
                    <a:pt x="0" y="1146"/>
                    <a:pt x="25" y="1084"/>
                  </a:cubicBezTo>
                  <a:cubicBezTo>
                    <a:pt x="147" y="764"/>
                    <a:pt x="414" y="488"/>
                    <a:pt x="770" y="295"/>
                  </a:cubicBezTo>
                  <a:cubicBezTo>
                    <a:pt x="1112" y="111"/>
                    <a:pt x="1535" y="1"/>
                    <a:pt x="1994" y="1"/>
                  </a:cubicBezTo>
                  <a:cubicBezTo>
                    <a:pt x="2452" y="1"/>
                    <a:pt x="2878" y="111"/>
                    <a:pt x="3218" y="295"/>
                  </a:cubicBezTo>
                  <a:cubicBezTo>
                    <a:pt x="3574" y="488"/>
                    <a:pt x="3842" y="763"/>
                    <a:pt x="3963" y="1084"/>
                  </a:cubicBezTo>
                  <a:cubicBezTo>
                    <a:pt x="3986" y="1149"/>
                    <a:pt x="3955" y="1218"/>
                    <a:pt x="3891" y="1241"/>
                  </a:cubicBezTo>
                  <a:cubicBezTo>
                    <a:pt x="3828" y="1266"/>
                    <a:pt x="3757" y="1234"/>
                    <a:pt x="3734" y="1171"/>
                  </a:cubicBezTo>
                  <a:cubicBezTo>
                    <a:pt x="3632" y="907"/>
                    <a:pt x="3406" y="675"/>
                    <a:pt x="3101" y="510"/>
                  </a:cubicBezTo>
                  <a:cubicBezTo>
                    <a:pt x="2794" y="344"/>
                    <a:pt x="2411" y="246"/>
                    <a:pt x="1993" y="246"/>
                  </a:cubicBezTo>
                  <a:cubicBezTo>
                    <a:pt x="1574" y="246"/>
                    <a:pt x="1190" y="344"/>
                    <a:pt x="884" y="510"/>
                  </a:cubicBezTo>
                  <a:cubicBezTo>
                    <a:pt x="580" y="675"/>
                    <a:pt x="356" y="907"/>
                    <a:pt x="254" y="11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1"/>
            <p:cNvSpPr/>
            <p:nvPr/>
          </p:nvSpPr>
          <p:spPr>
            <a:xfrm>
              <a:off x="4996376" y="3027718"/>
              <a:ext cx="765506" cy="79836"/>
            </a:xfrm>
            <a:custGeom>
              <a:avLst/>
              <a:gdLst/>
              <a:ahLst/>
              <a:cxnLst/>
              <a:rect l="l" t="t" r="r" b="b"/>
              <a:pathLst>
                <a:path w="18542" h="1934" extrusionOk="0">
                  <a:moveTo>
                    <a:pt x="172" y="1914"/>
                  </a:moveTo>
                  <a:cubicBezTo>
                    <a:pt x="108" y="1933"/>
                    <a:pt x="39" y="1897"/>
                    <a:pt x="20" y="1834"/>
                  </a:cubicBezTo>
                  <a:cubicBezTo>
                    <a:pt x="0" y="1769"/>
                    <a:pt x="37" y="1699"/>
                    <a:pt x="100" y="1681"/>
                  </a:cubicBezTo>
                  <a:cubicBezTo>
                    <a:pt x="3223" y="714"/>
                    <a:pt x="6446" y="132"/>
                    <a:pt x="9654" y="65"/>
                  </a:cubicBezTo>
                  <a:cubicBezTo>
                    <a:pt x="12627" y="0"/>
                    <a:pt x="15586" y="376"/>
                    <a:pt x="18442" y="1291"/>
                  </a:cubicBezTo>
                  <a:cubicBezTo>
                    <a:pt x="18506" y="1310"/>
                    <a:pt x="18542" y="1380"/>
                    <a:pt x="18521" y="1445"/>
                  </a:cubicBezTo>
                  <a:cubicBezTo>
                    <a:pt x="18500" y="1508"/>
                    <a:pt x="18431" y="1543"/>
                    <a:pt x="18367" y="1522"/>
                  </a:cubicBezTo>
                  <a:cubicBezTo>
                    <a:pt x="15539" y="618"/>
                    <a:pt x="12606" y="245"/>
                    <a:pt x="9660" y="308"/>
                  </a:cubicBezTo>
                  <a:cubicBezTo>
                    <a:pt x="6476" y="376"/>
                    <a:pt x="3276" y="953"/>
                    <a:pt x="172" y="19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1"/>
            <p:cNvSpPr/>
            <p:nvPr/>
          </p:nvSpPr>
          <p:spPr>
            <a:xfrm>
              <a:off x="5124724" y="3057318"/>
              <a:ext cx="545045" cy="47513"/>
            </a:xfrm>
            <a:custGeom>
              <a:avLst/>
              <a:gdLst/>
              <a:ahLst/>
              <a:cxnLst/>
              <a:rect l="l" t="t" r="r" b="b"/>
              <a:pathLst>
                <a:path w="13202" h="1151" extrusionOk="0">
                  <a:moveTo>
                    <a:pt x="162" y="1136"/>
                  </a:moveTo>
                  <a:cubicBezTo>
                    <a:pt x="96" y="1150"/>
                    <a:pt x="30" y="1111"/>
                    <a:pt x="15" y="1045"/>
                  </a:cubicBezTo>
                  <a:cubicBezTo>
                    <a:pt x="1" y="979"/>
                    <a:pt x="43" y="913"/>
                    <a:pt x="108" y="898"/>
                  </a:cubicBezTo>
                  <a:cubicBezTo>
                    <a:pt x="2317" y="394"/>
                    <a:pt x="4557" y="98"/>
                    <a:pt x="6793" y="48"/>
                  </a:cubicBezTo>
                  <a:cubicBezTo>
                    <a:pt x="8910" y="1"/>
                    <a:pt x="11023" y="177"/>
                    <a:pt x="13092" y="612"/>
                  </a:cubicBezTo>
                  <a:cubicBezTo>
                    <a:pt x="13159" y="625"/>
                    <a:pt x="13201" y="691"/>
                    <a:pt x="13188" y="757"/>
                  </a:cubicBezTo>
                  <a:cubicBezTo>
                    <a:pt x="13175" y="823"/>
                    <a:pt x="13109" y="864"/>
                    <a:pt x="13043" y="851"/>
                  </a:cubicBezTo>
                  <a:cubicBezTo>
                    <a:pt x="10989" y="421"/>
                    <a:pt x="8897" y="246"/>
                    <a:pt x="6796" y="292"/>
                  </a:cubicBezTo>
                  <a:cubicBezTo>
                    <a:pt x="4581" y="340"/>
                    <a:pt x="2357" y="635"/>
                    <a:pt x="162" y="11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1"/>
            <p:cNvSpPr/>
            <p:nvPr/>
          </p:nvSpPr>
          <p:spPr>
            <a:xfrm>
              <a:off x="5856415" y="3027718"/>
              <a:ext cx="765506" cy="79836"/>
            </a:xfrm>
            <a:custGeom>
              <a:avLst/>
              <a:gdLst/>
              <a:ahLst/>
              <a:cxnLst/>
              <a:rect l="l" t="t" r="r" b="b"/>
              <a:pathLst>
                <a:path w="18542" h="1934" extrusionOk="0">
                  <a:moveTo>
                    <a:pt x="18440" y="1681"/>
                  </a:moveTo>
                  <a:cubicBezTo>
                    <a:pt x="18504" y="1702"/>
                    <a:pt x="18541" y="1769"/>
                    <a:pt x="18521" y="1834"/>
                  </a:cubicBezTo>
                  <a:cubicBezTo>
                    <a:pt x="18500" y="1897"/>
                    <a:pt x="18433" y="1933"/>
                    <a:pt x="18366" y="1914"/>
                  </a:cubicBezTo>
                  <a:cubicBezTo>
                    <a:pt x="15266" y="953"/>
                    <a:pt x="12066" y="376"/>
                    <a:pt x="8882" y="308"/>
                  </a:cubicBezTo>
                  <a:cubicBezTo>
                    <a:pt x="5934" y="245"/>
                    <a:pt x="3002" y="618"/>
                    <a:pt x="175" y="1522"/>
                  </a:cubicBezTo>
                  <a:cubicBezTo>
                    <a:pt x="110" y="1543"/>
                    <a:pt x="40" y="1508"/>
                    <a:pt x="21" y="1443"/>
                  </a:cubicBezTo>
                  <a:cubicBezTo>
                    <a:pt x="0" y="1380"/>
                    <a:pt x="35" y="1310"/>
                    <a:pt x="98" y="1291"/>
                  </a:cubicBezTo>
                  <a:cubicBezTo>
                    <a:pt x="2952" y="376"/>
                    <a:pt x="5912" y="0"/>
                    <a:pt x="8887" y="63"/>
                  </a:cubicBezTo>
                  <a:cubicBezTo>
                    <a:pt x="12095" y="132"/>
                    <a:pt x="15319" y="712"/>
                    <a:pt x="18440" y="16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1"/>
            <p:cNvSpPr/>
            <p:nvPr/>
          </p:nvSpPr>
          <p:spPr>
            <a:xfrm>
              <a:off x="5948351" y="3057318"/>
              <a:ext cx="545127" cy="47637"/>
            </a:xfrm>
            <a:custGeom>
              <a:avLst/>
              <a:gdLst/>
              <a:ahLst/>
              <a:cxnLst/>
              <a:rect l="l" t="t" r="r" b="b"/>
              <a:pathLst>
                <a:path w="13204" h="1154" extrusionOk="0">
                  <a:moveTo>
                    <a:pt x="13095" y="898"/>
                  </a:moveTo>
                  <a:cubicBezTo>
                    <a:pt x="13161" y="913"/>
                    <a:pt x="13203" y="979"/>
                    <a:pt x="13187" y="1045"/>
                  </a:cubicBezTo>
                  <a:cubicBezTo>
                    <a:pt x="13173" y="1111"/>
                    <a:pt x="13107" y="1153"/>
                    <a:pt x="13040" y="1136"/>
                  </a:cubicBezTo>
                  <a:cubicBezTo>
                    <a:pt x="10846" y="637"/>
                    <a:pt x="8622" y="342"/>
                    <a:pt x="6405" y="292"/>
                  </a:cubicBezTo>
                  <a:cubicBezTo>
                    <a:pt x="4306" y="246"/>
                    <a:pt x="2212" y="421"/>
                    <a:pt x="159" y="852"/>
                  </a:cubicBezTo>
                  <a:cubicBezTo>
                    <a:pt x="93" y="867"/>
                    <a:pt x="28" y="823"/>
                    <a:pt x="13" y="757"/>
                  </a:cubicBezTo>
                  <a:cubicBezTo>
                    <a:pt x="0" y="691"/>
                    <a:pt x="43" y="625"/>
                    <a:pt x="109" y="612"/>
                  </a:cubicBezTo>
                  <a:cubicBezTo>
                    <a:pt x="2180" y="177"/>
                    <a:pt x="4291" y="1"/>
                    <a:pt x="6408" y="48"/>
                  </a:cubicBezTo>
                  <a:cubicBezTo>
                    <a:pt x="8645" y="96"/>
                    <a:pt x="10888" y="393"/>
                    <a:pt x="13095" y="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1"/>
            <p:cNvSpPr/>
            <p:nvPr/>
          </p:nvSpPr>
          <p:spPr>
            <a:xfrm>
              <a:off x="5803119" y="2006066"/>
              <a:ext cx="10239" cy="1069854"/>
            </a:xfrm>
            <a:custGeom>
              <a:avLst/>
              <a:gdLst/>
              <a:ahLst/>
              <a:cxnLst/>
              <a:rect l="l" t="t" r="r" b="b"/>
              <a:pathLst>
                <a:path w="248" h="25917" extrusionOk="0">
                  <a:moveTo>
                    <a:pt x="1" y="124"/>
                  </a:moveTo>
                  <a:cubicBezTo>
                    <a:pt x="1" y="56"/>
                    <a:pt x="56" y="0"/>
                    <a:pt x="124" y="0"/>
                  </a:cubicBezTo>
                  <a:cubicBezTo>
                    <a:pt x="192" y="0"/>
                    <a:pt x="247" y="56"/>
                    <a:pt x="247" y="124"/>
                  </a:cubicBezTo>
                  <a:lnTo>
                    <a:pt x="247" y="25793"/>
                  </a:lnTo>
                  <a:cubicBezTo>
                    <a:pt x="247" y="25861"/>
                    <a:pt x="192" y="25917"/>
                    <a:pt x="124" y="25917"/>
                  </a:cubicBezTo>
                  <a:cubicBezTo>
                    <a:pt x="56" y="25917"/>
                    <a:pt x="1" y="25861"/>
                    <a:pt x="1" y="257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1"/>
            <p:cNvSpPr/>
            <p:nvPr/>
          </p:nvSpPr>
          <p:spPr>
            <a:xfrm>
              <a:off x="5284280" y="1967137"/>
              <a:ext cx="476718" cy="70548"/>
            </a:xfrm>
            <a:custGeom>
              <a:avLst/>
              <a:gdLst/>
              <a:ahLst/>
              <a:cxnLst/>
              <a:rect l="l" t="t" r="r" b="b"/>
              <a:pathLst>
                <a:path w="11547" h="1709" extrusionOk="0">
                  <a:moveTo>
                    <a:pt x="140" y="377"/>
                  </a:moveTo>
                  <a:cubicBezTo>
                    <a:pt x="73" y="383"/>
                    <a:pt x="14" y="333"/>
                    <a:pt x="5" y="267"/>
                  </a:cubicBezTo>
                  <a:cubicBezTo>
                    <a:pt x="1" y="199"/>
                    <a:pt x="49" y="140"/>
                    <a:pt x="115" y="133"/>
                  </a:cubicBezTo>
                  <a:cubicBezTo>
                    <a:pt x="471" y="99"/>
                    <a:pt x="823" y="73"/>
                    <a:pt x="1175" y="52"/>
                  </a:cubicBezTo>
                  <a:cubicBezTo>
                    <a:pt x="1525" y="32"/>
                    <a:pt x="1880" y="21"/>
                    <a:pt x="2237" y="17"/>
                  </a:cubicBezTo>
                  <a:cubicBezTo>
                    <a:pt x="3775" y="1"/>
                    <a:pt x="5312" y="151"/>
                    <a:pt x="6849" y="410"/>
                  </a:cubicBezTo>
                  <a:cubicBezTo>
                    <a:pt x="8380" y="669"/>
                    <a:pt x="9913" y="1036"/>
                    <a:pt x="11444" y="1454"/>
                  </a:cubicBezTo>
                  <a:cubicBezTo>
                    <a:pt x="11510" y="1472"/>
                    <a:pt x="11547" y="1538"/>
                    <a:pt x="11529" y="1604"/>
                  </a:cubicBezTo>
                  <a:cubicBezTo>
                    <a:pt x="11512" y="1670"/>
                    <a:pt x="11446" y="1708"/>
                    <a:pt x="11380" y="1691"/>
                  </a:cubicBezTo>
                  <a:cubicBezTo>
                    <a:pt x="9859" y="1275"/>
                    <a:pt x="8333" y="908"/>
                    <a:pt x="6808" y="651"/>
                  </a:cubicBezTo>
                  <a:cubicBezTo>
                    <a:pt x="5286" y="394"/>
                    <a:pt x="3762" y="245"/>
                    <a:pt x="2240" y="262"/>
                  </a:cubicBezTo>
                  <a:cubicBezTo>
                    <a:pt x="1892" y="267"/>
                    <a:pt x="1542" y="280"/>
                    <a:pt x="1190" y="297"/>
                  </a:cubicBezTo>
                  <a:cubicBezTo>
                    <a:pt x="839" y="318"/>
                    <a:pt x="488" y="344"/>
                    <a:pt x="140" y="3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1"/>
            <p:cNvSpPr/>
            <p:nvPr/>
          </p:nvSpPr>
          <p:spPr>
            <a:xfrm>
              <a:off x="5292289" y="2042353"/>
              <a:ext cx="468832" cy="69804"/>
            </a:xfrm>
            <a:custGeom>
              <a:avLst/>
              <a:gdLst/>
              <a:ahLst/>
              <a:cxnLst/>
              <a:rect l="l" t="t" r="r" b="b"/>
              <a:pathLst>
                <a:path w="11356" h="1691" extrusionOk="0">
                  <a:moveTo>
                    <a:pt x="139" y="362"/>
                  </a:moveTo>
                  <a:cubicBezTo>
                    <a:pt x="71" y="368"/>
                    <a:pt x="13" y="318"/>
                    <a:pt x="7" y="250"/>
                  </a:cubicBezTo>
                  <a:cubicBezTo>
                    <a:pt x="1" y="183"/>
                    <a:pt x="51" y="124"/>
                    <a:pt x="118" y="118"/>
                  </a:cubicBezTo>
                  <a:cubicBezTo>
                    <a:pt x="449" y="89"/>
                    <a:pt x="777" y="65"/>
                    <a:pt x="1102" y="49"/>
                  </a:cubicBezTo>
                  <a:cubicBezTo>
                    <a:pt x="1428" y="32"/>
                    <a:pt x="1758" y="21"/>
                    <a:pt x="2088" y="17"/>
                  </a:cubicBezTo>
                  <a:cubicBezTo>
                    <a:pt x="3618" y="1"/>
                    <a:pt x="5149" y="149"/>
                    <a:pt x="6677" y="404"/>
                  </a:cubicBezTo>
                  <a:cubicBezTo>
                    <a:pt x="8204" y="661"/>
                    <a:pt x="9731" y="1022"/>
                    <a:pt x="11252" y="1436"/>
                  </a:cubicBezTo>
                  <a:cubicBezTo>
                    <a:pt x="11318" y="1454"/>
                    <a:pt x="11356" y="1520"/>
                    <a:pt x="11338" y="1586"/>
                  </a:cubicBezTo>
                  <a:cubicBezTo>
                    <a:pt x="11319" y="1652"/>
                    <a:pt x="11253" y="1690"/>
                    <a:pt x="11187" y="1673"/>
                  </a:cubicBezTo>
                  <a:cubicBezTo>
                    <a:pt x="9671" y="1262"/>
                    <a:pt x="8153" y="899"/>
                    <a:pt x="6636" y="645"/>
                  </a:cubicBezTo>
                  <a:cubicBezTo>
                    <a:pt x="5121" y="390"/>
                    <a:pt x="3603" y="243"/>
                    <a:pt x="2090" y="259"/>
                  </a:cubicBezTo>
                  <a:cubicBezTo>
                    <a:pt x="1767" y="263"/>
                    <a:pt x="1442" y="274"/>
                    <a:pt x="1114" y="290"/>
                  </a:cubicBezTo>
                  <a:cubicBezTo>
                    <a:pt x="785" y="310"/>
                    <a:pt x="460" y="332"/>
                    <a:pt x="139" y="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1"/>
            <p:cNvSpPr/>
            <p:nvPr/>
          </p:nvSpPr>
          <p:spPr>
            <a:xfrm>
              <a:off x="5300174" y="2117528"/>
              <a:ext cx="460947" cy="69103"/>
            </a:xfrm>
            <a:custGeom>
              <a:avLst/>
              <a:gdLst/>
              <a:ahLst/>
              <a:cxnLst/>
              <a:rect l="l" t="t" r="r" b="b"/>
              <a:pathLst>
                <a:path w="11165" h="1674" extrusionOk="0">
                  <a:moveTo>
                    <a:pt x="139" y="349"/>
                  </a:moveTo>
                  <a:cubicBezTo>
                    <a:pt x="71" y="354"/>
                    <a:pt x="12" y="305"/>
                    <a:pt x="6" y="236"/>
                  </a:cubicBezTo>
                  <a:cubicBezTo>
                    <a:pt x="1" y="169"/>
                    <a:pt x="51" y="110"/>
                    <a:pt x="118" y="104"/>
                  </a:cubicBezTo>
                  <a:cubicBezTo>
                    <a:pt x="416" y="79"/>
                    <a:pt x="718" y="59"/>
                    <a:pt x="1028" y="44"/>
                  </a:cubicBezTo>
                  <a:cubicBezTo>
                    <a:pt x="1329" y="29"/>
                    <a:pt x="1635" y="21"/>
                    <a:pt x="1941" y="16"/>
                  </a:cubicBezTo>
                  <a:cubicBezTo>
                    <a:pt x="3464" y="0"/>
                    <a:pt x="4987" y="147"/>
                    <a:pt x="6508" y="399"/>
                  </a:cubicBezTo>
                  <a:cubicBezTo>
                    <a:pt x="8028" y="653"/>
                    <a:pt x="9547" y="1012"/>
                    <a:pt x="11061" y="1418"/>
                  </a:cubicBezTo>
                  <a:cubicBezTo>
                    <a:pt x="11127" y="1437"/>
                    <a:pt x="11165" y="1503"/>
                    <a:pt x="11147" y="1569"/>
                  </a:cubicBezTo>
                  <a:cubicBezTo>
                    <a:pt x="11128" y="1635"/>
                    <a:pt x="11062" y="1674"/>
                    <a:pt x="10996" y="1654"/>
                  </a:cubicBezTo>
                  <a:cubicBezTo>
                    <a:pt x="9487" y="1249"/>
                    <a:pt x="7976" y="894"/>
                    <a:pt x="6466" y="642"/>
                  </a:cubicBezTo>
                  <a:cubicBezTo>
                    <a:pt x="4958" y="391"/>
                    <a:pt x="3449" y="244"/>
                    <a:pt x="1941" y="260"/>
                  </a:cubicBezTo>
                  <a:cubicBezTo>
                    <a:pt x="1643" y="264"/>
                    <a:pt x="1342" y="273"/>
                    <a:pt x="1040" y="288"/>
                  </a:cubicBezTo>
                  <a:cubicBezTo>
                    <a:pt x="745" y="301"/>
                    <a:pt x="445" y="323"/>
                    <a:pt x="139" y="3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1"/>
            <p:cNvSpPr/>
            <p:nvPr/>
          </p:nvSpPr>
          <p:spPr>
            <a:xfrm>
              <a:off x="5308183" y="2192662"/>
              <a:ext cx="452938" cy="68442"/>
            </a:xfrm>
            <a:custGeom>
              <a:avLst/>
              <a:gdLst/>
              <a:ahLst/>
              <a:cxnLst/>
              <a:rect l="l" t="t" r="r" b="b"/>
              <a:pathLst>
                <a:path w="10971" h="1658" extrusionOk="0">
                  <a:moveTo>
                    <a:pt x="137" y="337"/>
                  </a:moveTo>
                  <a:cubicBezTo>
                    <a:pt x="69" y="342"/>
                    <a:pt x="11" y="291"/>
                    <a:pt x="5" y="225"/>
                  </a:cubicBezTo>
                  <a:cubicBezTo>
                    <a:pt x="0" y="156"/>
                    <a:pt x="52" y="97"/>
                    <a:pt x="119" y="93"/>
                  </a:cubicBezTo>
                  <a:cubicBezTo>
                    <a:pt x="391" y="71"/>
                    <a:pt x="670" y="53"/>
                    <a:pt x="955" y="41"/>
                  </a:cubicBezTo>
                  <a:cubicBezTo>
                    <a:pt x="1229" y="28"/>
                    <a:pt x="1508" y="21"/>
                    <a:pt x="1788" y="17"/>
                  </a:cubicBezTo>
                  <a:cubicBezTo>
                    <a:pt x="3306" y="0"/>
                    <a:pt x="4823" y="146"/>
                    <a:pt x="6336" y="397"/>
                  </a:cubicBezTo>
                  <a:cubicBezTo>
                    <a:pt x="7848" y="646"/>
                    <a:pt x="9359" y="1000"/>
                    <a:pt x="10867" y="1402"/>
                  </a:cubicBezTo>
                  <a:cubicBezTo>
                    <a:pt x="10933" y="1418"/>
                    <a:pt x="10971" y="1487"/>
                    <a:pt x="10955" y="1552"/>
                  </a:cubicBezTo>
                  <a:cubicBezTo>
                    <a:pt x="10939" y="1620"/>
                    <a:pt x="10871" y="1658"/>
                    <a:pt x="10805" y="1640"/>
                  </a:cubicBezTo>
                  <a:cubicBezTo>
                    <a:pt x="9302" y="1241"/>
                    <a:pt x="7799" y="889"/>
                    <a:pt x="6298" y="640"/>
                  </a:cubicBezTo>
                  <a:cubicBezTo>
                    <a:pt x="4796" y="392"/>
                    <a:pt x="3293" y="248"/>
                    <a:pt x="1793" y="265"/>
                  </a:cubicBezTo>
                  <a:cubicBezTo>
                    <a:pt x="1520" y="268"/>
                    <a:pt x="1244" y="276"/>
                    <a:pt x="966" y="288"/>
                  </a:cubicBezTo>
                  <a:cubicBezTo>
                    <a:pt x="693" y="295"/>
                    <a:pt x="419" y="315"/>
                    <a:pt x="137" y="3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1"/>
            <p:cNvSpPr/>
            <p:nvPr/>
          </p:nvSpPr>
          <p:spPr>
            <a:xfrm>
              <a:off x="5009587" y="2267548"/>
              <a:ext cx="751552" cy="67823"/>
            </a:xfrm>
            <a:custGeom>
              <a:avLst/>
              <a:gdLst/>
              <a:ahLst/>
              <a:cxnLst/>
              <a:rect l="l" t="t" r="r" b="b"/>
              <a:pathLst>
                <a:path w="18204" h="1643" extrusionOk="0">
                  <a:moveTo>
                    <a:pt x="165" y="1624"/>
                  </a:moveTo>
                  <a:cubicBezTo>
                    <a:pt x="99" y="1642"/>
                    <a:pt x="33" y="1600"/>
                    <a:pt x="18" y="1533"/>
                  </a:cubicBezTo>
                  <a:cubicBezTo>
                    <a:pt x="0" y="1467"/>
                    <a:pt x="43" y="1401"/>
                    <a:pt x="109" y="1385"/>
                  </a:cubicBezTo>
                  <a:cubicBezTo>
                    <a:pt x="1590" y="1033"/>
                    <a:pt x="3074" y="700"/>
                    <a:pt x="4569" y="449"/>
                  </a:cubicBezTo>
                  <a:cubicBezTo>
                    <a:pt x="6062" y="199"/>
                    <a:pt x="7561" y="35"/>
                    <a:pt x="9068" y="17"/>
                  </a:cubicBezTo>
                  <a:cubicBezTo>
                    <a:pt x="10578" y="1"/>
                    <a:pt x="12085" y="146"/>
                    <a:pt x="13591" y="391"/>
                  </a:cubicBezTo>
                  <a:cubicBezTo>
                    <a:pt x="15096" y="639"/>
                    <a:pt x="16599" y="989"/>
                    <a:pt x="18100" y="1385"/>
                  </a:cubicBezTo>
                  <a:cubicBezTo>
                    <a:pt x="18166" y="1401"/>
                    <a:pt x="18204" y="1469"/>
                    <a:pt x="18188" y="1535"/>
                  </a:cubicBezTo>
                  <a:cubicBezTo>
                    <a:pt x="18172" y="1601"/>
                    <a:pt x="18104" y="1639"/>
                    <a:pt x="18038" y="1623"/>
                  </a:cubicBezTo>
                  <a:cubicBezTo>
                    <a:pt x="16544" y="1228"/>
                    <a:pt x="15046" y="882"/>
                    <a:pt x="13553" y="636"/>
                  </a:cubicBezTo>
                  <a:cubicBezTo>
                    <a:pt x="12059" y="390"/>
                    <a:pt x="10563" y="247"/>
                    <a:pt x="9071" y="264"/>
                  </a:cubicBezTo>
                  <a:cubicBezTo>
                    <a:pt x="7581" y="280"/>
                    <a:pt x="6096" y="443"/>
                    <a:pt x="4610" y="691"/>
                  </a:cubicBezTo>
                  <a:cubicBezTo>
                    <a:pt x="3124" y="940"/>
                    <a:pt x="1643" y="1275"/>
                    <a:pt x="165" y="16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1"/>
            <p:cNvSpPr/>
            <p:nvPr/>
          </p:nvSpPr>
          <p:spPr>
            <a:xfrm>
              <a:off x="5013178" y="2342970"/>
              <a:ext cx="747960" cy="66915"/>
            </a:xfrm>
            <a:custGeom>
              <a:avLst/>
              <a:gdLst/>
              <a:ahLst/>
              <a:cxnLst/>
              <a:rect l="l" t="t" r="r" b="b"/>
              <a:pathLst>
                <a:path w="18117" h="1621" extrusionOk="0">
                  <a:moveTo>
                    <a:pt x="162" y="1602"/>
                  </a:moveTo>
                  <a:cubicBezTo>
                    <a:pt x="95" y="1616"/>
                    <a:pt x="29" y="1577"/>
                    <a:pt x="15" y="1511"/>
                  </a:cubicBezTo>
                  <a:cubicBezTo>
                    <a:pt x="0" y="1445"/>
                    <a:pt x="40" y="1379"/>
                    <a:pt x="107" y="1364"/>
                  </a:cubicBezTo>
                  <a:cubicBezTo>
                    <a:pt x="1580" y="1017"/>
                    <a:pt x="3058" y="689"/>
                    <a:pt x="4545" y="442"/>
                  </a:cubicBezTo>
                  <a:cubicBezTo>
                    <a:pt x="6032" y="197"/>
                    <a:pt x="7524" y="34"/>
                    <a:pt x="9025" y="16"/>
                  </a:cubicBezTo>
                  <a:cubicBezTo>
                    <a:pt x="10526" y="0"/>
                    <a:pt x="12028" y="144"/>
                    <a:pt x="13526" y="388"/>
                  </a:cubicBezTo>
                  <a:cubicBezTo>
                    <a:pt x="15024" y="631"/>
                    <a:pt x="16520" y="976"/>
                    <a:pt x="18013" y="1367"/>
                  </a:cubicBezTo>
                  <a:cubicBezTo>
                    <a:pt x="18079" y="1383"/>
                    <a:pt x="18117" y="1452"/>
                    <a:pt x="18101" y="1517"/>
                  </a:cubicBezTo>
                  <a:cubicBezTo>
                    <a:pt x="18085" y="1583"/>
                    <a:pt x="18017" y="1621"/>
                    <a:pt x="17952" y="1605"/>
                  </a:cubicBezTo>
                  <a:cubicBezTo>
                    <a:pt x="16465" y="1216"/>
                    <a:pt x="14978" y="872"/>
                    <a:pt x="13488" y="630"/>
                  </a:cubicBezTo>
                  <a:cubicBezTo>
                    <a:pt x="12001" y="388"/>
                    <a:pt x="10513" y="247"/>
                    <a:pt x="9028" y="263"/>
                  </a:cubicBezTo>
                  <a:cubicBezTo>
                    <a:pt x="7544" y="279"/>
                    <a:pt x="6063" y="440"/>
                    <a:pt x="4588" y="684"/>
                  </a:cubicBezTo>
                  <a:cubicBezTo>
                    <a:pt x="3109" y="929"/>
                    <a:pt x="1633" y="1255"/>
                    <a:pt x="162" y="16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1"/>
            <p:cNvSpPr/>
            <p:nvPr/>
          </p:nvSpPr>
          <p:spPr>
            <a:xfrm>
              <a:off x="5016729" y="2418104"/>
              <a:ext cx="744369" cy="66254"/>
            </a:xfrm>
            <a:custGeom>
              <a:avLst/>
              <a:gdLst/>
              <a:ahLst/>
              <a:cxnLst/>
              <a:rect l="l" t="t" r="r" b="b"/>
              <a:pathLst>
                <a:path w="18030" h="1605" extrusionOk="0">
                  <a:moveTo>
                    <a:pt x="162" y="1584"/>
                  </a:moveTo>
                  <a:cubicBezTo>
                    <a:pt x="96" y="1599"/>
                    <a:pt x="30" y="1558"/>
                    <a:pt x="15" y="1492"/>
                  </a:cubicBezTo>
                  <a:cubicBezTo>
                    <a:pt x="1" y="1426"/>
                    <a:pt x="40" y="1360"/>
                    <a:pt x="106" y="1345"/>
                  </a:cubicBezTo>
                  <a:cubicBezTo>
                    <a:pt x="1574" y="1005"/>
                    <a:pt x="3045" y="679"/>
                    <a:pt x="4524" y="436"/>
                  </a:cubicBezTo>
                  <a:cubicBezTo>
                    <a:pt x="6003" y="196"/>
                    <a:pt x="7488" y="31"/>
                    <a:pt x="8979" y="17"/>
                  </a:cubicBezTo>
                  <a:cubicBezTo>
                    <a:pt x="10472" y="0"/>
                    <a:pt x="11967" y="141"/>
                    <a:pt x="13458" y="384"/>
                  </a:cubicBezTo>
                  <a:cubicBezTo>
                    <a:pt x="14948" y="624"/>
                    <a:pt x="16438" y="966"/>
                    <a:pt x="17925" y="1351"/>
                  </a:cubicBezTo>
                  <a:cubicBezTo>
                    <a:pt x="17991" y="1367"/>
                    <a:pt x="18029" y="1436"/>
                    <a:pt x="18013" y="1499"/>
                  </a:cubicBezTo>
                  <a:cubicBezTo>
                    <a:pt x="17997" y="1565"/>
                    <a:pt x="17928" y="1605"/>
                    <a:pt x="17865" y="1587"/>
                  </a:cubicBezTo>
                  <a:cubicBezTo>
                    <a:pt x="16385" y="1206"/>
                    <a:pt x="14903" y="867"/>
                    <a:pt x="13421" y="626"/>
                  </a:cubicBezTo>
                  <a:cubicBezTo>
                    <a:pt x="11940" y="388"/>
                    <a:pt x="10462" y="247"/>
                    <a:pt x="8982" y="263"/>
                  </a:cubicBezTo>
                  <a:cubicBezTo>
                    <a:pt x="7508" y="279"/>
                    <a:pt x="6034" y="439"/>
                    <a:pt x="4566" y="682"/>
                  </a:cubicBezTo>
                  <a:cubicBezTo>
                    <a:pt x="3092" y="919"/>
                    <a:pt x="1626" y="1242"/>
                    <a:pt x="162" y="15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1"/>
            <p:cNvSpPr/>
            <p:nvPr/>
          </p:nvSpPr>
          <p:spPr>
            <a:xfrm>
              <a:off x="5020361" y="2493238"/>
              <a:ext cx="740653" cy="65511"/>
            </a:xfrm>
            <a:custGeom>
              <a:avLst/>
              <a:gdLst/>
              <a:ahLst/>
              <a:cxnLst/>
              <a:rect l="l" t="t" r="r" b="b"/>
              <a:pathLst>
                <a:path w="17940" h="1587" extrusionOk="0">
                  <a:moveTo>
                    <a:pt x="162" y="1569"/>
                  </a:moveTo>
                  <a:cubicBezTo>
                    <a:pt x="96" y="1583"/>
                    <a:pt x="30" y="1542"/>
                    <a:pt x="15" y="1476"/>
                  </a:cubicBezTo>
                  <a:cubicBezTo>
                    <a:pt x="1" y="1410"/>
                    <a:pt x="40" y="1344"/>
                    <a:pt x="106" y="1329"/>
                  </a:cubicBezTo>
                  <a:cubicBezTo>
                    <a:pt x="1567" y="992"/>
                    <a:pt x="3032" y="672"/>
                    <a:pt x="4502" y="432"/>
                  </a:cubicBezTo>
                  <a:cubicBezTo>
                    <a:pt x="5973" y="192"/>
                    <a:pt x="7451" y="34"/>
                    <a:pt x="8935" y="17"/>
                  </a:cubicBezTo>
                  <a:cubicBezTo>
                    <a:pt x="10422" y="1"/>
                    <a:pt x="11908" y="140"/>
                    <a:pt x="13392" y="378"/>
                  </a:cubicBezTo>
                  <a:cubicBezTo>
                    <a:pt x="14875" y="617"/>
                    <a:pt x="16356" y="953"/>
                    <a:pt x="17836" y="1332"/>
                  </a:cubicBezTo>
                  <a:cubicBezTo>
                    <a:pt x="17902" y="1350"/>
                    <a:pt x="17940" y="1416"/>
                    <a:pt x="17924" y="1482"/>
                  </a:cubicBezTo>
                  <a:cubicBezTo>
                    <a:pt x="17906" y="1548"/>
                    <a:pt x="17839" y="1586"/>
                    <a:pt x="17774" y="1570"/>
                  </a:cubicBezTo>
                  <a:cubicBezTo>
                    <a:pt x="16303" y="1191"/>
                    <a:pt x="14829" y="858"/>
                    <a:pt x="13354" y="622"/>
                  </a:cubicBezTo>
                  <a:cubicBezTo>
                    <a:pt x="11880" y="384"/>
                    <a:pt x="10409" y="247"/>
                    <a:pt x="8937" y="263"/>
                  </a:cubicBezTo>
                  <a:cubicBezTo>
                    <a:pt x="7469" y="280"/>
                    <a:pt x="6003" y="438"/>
                    <a:pt x="4543" y="676"/>
                  </a:cubicBezTo>
                  <a:cubicBezTo>
                    <a:pt x="3078" y="912"/>
                    <a:pt x="1617" y="1231"/>
                    <a:pt x="162" y="15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1"/>
            <p:cNvSpPr/>
            <p:nvPr/>
          </p:nvSpPr>
          <p:spPr>
            <a:xfrm>
              <a:off x="5023829" y="2568454"/>
              <a:ext cx="737185" cy="64768"/>
            </a:xfrm>
            <a:custGeom>
              <a:avLst/>
              <a:gdLst/>
              <a:ahLst/>
              <a:cxnLst/>
              <a:rect l="l" t="t" r="r" b="b"/>
              <a:pathLst>
                <a:path w="17856" h="1569" extrusionOk="0">
                  <a:moveTo>
                    <a:pt x="162" y="1548"/>
                  </a:moveTo>
                  <a:cubicBezTo>
                    <a:pt x="96" y="1562"/>
                    <a:pt x="30" y="1523"/>
                    <a:pt x="15" y="1455"/>
                  </a:cubicBezTo>
                  <a:cubicBezTo>
                    <a:pt x="0" y="1389"/>
                    <a:pt x="42" y="1325"/>
                    <a:pt x="108" y="1309"/>
                  </a:cubicBezTo>
                  <a:cubicBezTo>
                    <a:pt x="1561" y="978"/>
                    <a:pt x="3017" y="666"/>
                    <a:pt x="4482" y="428"/>
                  </a:cubicBezTo>
                  <a:cubicBezTo>
                    <a:pt x="5946" y="191"/>
                    <a:pt x="7418" y="34"/>
                    <a:pt x="8895" y="18"/>
                  </a:cubicBezTo>
                  <a:cubicBezTo>
                    <a:pt x="10375" y="1"/>
                    <a:pt x="11852" y="139"/>
                    <a:pt x="13329" y="373"/>
                  </a:cubicBezTo>
                  <a:cubicBezTo>
                    <a:pt x="14805" y="608"/>
                    <a:pt x="16279" y="940"/>
                    <a:pt x="17749" y="1313"/>
                  </a:cubicBezTo>
                  <a:cubicBezTo>
                    <a:pt x="17815" y="1329"/>
                    <a:pt x="17856" y="1395"/>
                    <a:pt x="17840" y="1461"/>
                  </a:cubicBezTo>
                  <a:cubicBezTo>
                    <a:pt x="17822" y="1527"/>
                    <a:pt x="17756" y="1568"/>
                    <a:pt x="17690" y="1551"/>
                  </a:cubicBezTo>
                  <a:cubicBezTo>
                    <a:pt x="16222" y="1179"/>
                    <a:pt x="14757" y="849"/>
                    <a:pt x="13292" y="617"/>
                  </a:cubicBezTo>
                  <a:cubicBezTo>
                    <a:pt x="11827" y="385"/>
                    <a:pt x="10362" y="249"/>
                    <a:pt x="8898" y="265"/>
                  </a:cubicBezTo>
                  <a:cubicBezTo>
                    <a:pt x="7436" y="281"/>
                    <a:pt x="5978" y="438"/>
                    <a:pt x="4522" y="673"/>
                  </a:cubicBezTo>
                  <a:cubicBezTo>
                    <a:pt x="3067" y="903"/>
                    <a:pt x="1612" y="1218"/>
                    <a:pt x="162" y="1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1"/>
            <p:cNvSpPr/>
            <p:nvPr/>
          </p:nvSpPr>
          <p:spPr>
            <a:xfrm>
              <a:off x="5027421" y="2643546"/>
              <a:ext cx="733593" cy="64025"/>
            </a:xfrm>
            <a:custGeom>
              <a:avLst/>
              <a:gdLst/>
              <a:ahLst/>
              <a:cxnLst/>
              <a:rect l="l" t="t" r="r" b="b"/>
              <a:pathLst>
                <a:path w="17769" h="1551" extrusionOk="0">
                  <a:moveTo>
                    <a:pt x="162" y="1533"/>
                  </a:moveTo>
                  <a:cubicBezTo>
                    <a:pt x="95" y="1548"/>
                    <a:pt x="29" y="1507"/>
                    <a:pt x="15" y="1439"/>
                  </a:cubicBezTo>
                  <a:cubicBezTo>
                    <a:pt x="0" y="1373"/>
                    <a:pt x="40" y="1307"/>
                    <a:pt x="107" y="1292"/>
                  </a:cubicBezTo>
                  <a:cubicBezTo>
                    <a:pt x="1553" y="965"/>
                    <a:pt x="3004" y="655"/>
                    <a:pt x="4460" y="423"/>
                  </a:cubicBezTo>
                  <a:cubicBezTo>
                    <a:pt x="5916" y="190"/>
                    <a:pt x="7380" y="34"/>
                    <a:pt x="8851" y="17"/>
                  </a:cubicBezTo>
                  <a:cubicBezTo>
                    <a:pt x="10322" y="0"/>
                    <a:pt x="11793" y="135"/>
                    <a:pt x="13262" y="369"/>
                  </a:cubicBezTo>
                  <a:cubicBezTo>
                    <a:pt x="14733" y="602"/>
                    <a:pt x="16200" y="928"/>
                    <a:pt x="17662" y="1295"/>
                  </a:cubicBezTo>
                  <a:cubicBezTo>
                    <a:pt x="17728" y="1313"/>
                    <a:pt x="17769" y="1379"/>
                    <a:pt x="17753" y="1445"/>
                  </a:cubicBezTo>
                  <a:cubicBezTo>
                    <a:pt x="17735" y="1511"/>
                    <a:pt x="17669" y="1551"/>
                    <a:pt x="17603" y="1534"/>
                  </a:cubicBezTo>
                  <a:cubicBezTo>
                    <a:pt x="16142" y="1167"/>
                    <a:pt x="14682" y="840"/>
                    <a:pt x="13225" y="611"/>
                  </a:cubicBezTo>
                  <a:cubicBezTo>
                    <a:pt x="11768" y="381"/>
                    <a:pt x="10308" y="246"/>
                    <a:pt x="8852" y="263"/>
                  </a:cubicBezTo>
                  <a:cubicBezTo>
                    <a:pt x="7397" y="279"/>
                    <a:pt x="5946" y="433"/>
                    <a:pt x="4498" y="664"/>
                  </a:cubicBezTo>
                  <a:cubicBezTo>
                    <a:pt x="3049" y="897"/>
                    <a:pt x="1605" y="1206"/>
                    <a:pt x="162" y="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1"/>
            <p:cNvSpPr/>
            <p:nvPr/>
          </p:nvSpPr>
          <p:spPr>
            <a:xfrm>
              <a:off x="5030971" y="2718638"/>
              <a:ext cx="730043" cy="63365"/>
            </a:xfrm>
            <a:custGeom>
              <a:avLst/>
              <a:gdLst/>
              <a:ahLst/>
              <a:cxnLst/>
              <a:rect l="l" t="t" r="r" b="b"/>
              <a:pathLst>
                <a:path w="17683" h="1535" extrusionOk="0">
                  <a:moveTo>
                    <a:pt x="162" y="1518"/>
                  </a:moveTo>
                  <a:cubicBezTo>
                    <a:pt x="96" y="1533"/>
                    <a:pt x="30" y="1490"/>
                    <a:pt x="15" y="1424"/>
                  </a:cubicBezTo>
                  <a:cubicBezTo>
                    <a:pt x="1" y="1358"/>
                    <a:pt x="43" y="1292"/>
                    <a:pt x="109" y="1277"/>
                  </a:cubicBezTo>
                  <a:cubicBezTo>
                    <a:pt x="1549" y="956"/>
                    <a:pt x="2994" y="649"/>
                    <a:pt x="4441" y="419"/>
                  </a:cubicBezTo>
                  <a:cubicBezTo>
                    <a:pt x="5893" y="187"/>
                    <a:pt x="7348" y="33"/>
                    <a:pt x="8809" y="16"/>
                  </a:cubicBezTo>
                  <a:cubicBezTo>
                    <a:pt x="10272" y="0"/>
                    <a:pt x="11736" y="135"/>
                    <a:pt x="13198" y="366"/>
                  </a:cubicBezTo>
                  <a:cubicBezTo>
                    <a:pt x="14660" y="595"/>
                    <a:pt x="16120" y="918"/>
                    <a:pt x="17576" y="1279"/>
                  </a:cubicBezTo>
                  <a:cubicBezTo>
                    <a:pt x="17642" y="1295"/>
                    <a:pt x="17683" y="1361"/>
                    <a:pt x="17667" y="1427"/>
                  </a:cubicBezTo>
                  <a:cubicBezTo>
                    <a:pt x="17649" y="1493"/>
                    <a:pt x="17583" y="1534"/>
                    <a:pt x="17517" y="1518"/>
                  </a:cubicBezTo>
                  <a:cubicBezTo>
                    <a:pt x="16064" y="1159"/>
                    <a:pt x="14610" y="836"/>
                    <a:pt x="13161" y="607"/>
                  </a:cubicBezTo>
                  <a:cubicBezTo>
                    <a:pt x="11711" y="380"/>
                    <a:pt x="10261" y="245"/>
                    <a:pt x="8810" y="262"/>
                  </a:cubicBezTo>
                  <a:cubicBezTo>
                    <a:pt x="7363" y="279"/>
                    <a:pt x="5918" y="430"/>
                    <a:pt x="4478" y="661"/>
                  </a:cubicBezTo>
                  <a:cubicBezTo>
                    <a:pt x="3037" y="891"/>
                    <a:pt x="1596" y="1197"/>
                    <a:pt x="162" y="15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1"/>
            <p:cNvSpPr/>
            <p:nvPr/>
          </p:nvSpPr>
          <p:spPr>
            <a:xfrm>
              <a:off x="5034480" y="2794020"/>
              <a:ext cx="726616" cy="62580"/>
            </a:xfrm>
            <a:custGeom>
              <a:avLst/>
              <a:gdLst/>
              <a:ahLst/>
              <a:cxnLst/>
              <a:rect l="l" t="t" r="r" b="b"/>
              <a:pathLst>
                <a:path w="17600" h="1516" extrusionOk="0">
                  <a:moveTo>
                    <a:pt x="162" y="1493"/>
                  </a:moveTo>
                  <a:cubicBezTo>
                    <a:pt x="96" y="1508"/>
                    <a:pt x="32" y="1466"/>
                    <a:pt x="15" y="1399"/>
                  </a:cubicBezTo>
                  <a:cubicBezTo>
                    <a:pt x="1" y="1333"/>
                    <a:pt x="43" y="1267"/>
                    <a:pt x="109" y="1256"/>
                  </a:cubicBezTo>
                  <a:cubicBezTo>
                    <a:pt x="1539" y="941"/>
                    <a:pt x="2972" y="639"/>
                    <a:pt x="4420" y="412"/>
                  </a:cubicBezTo>
                  <a:cubicBezTo>
                    <a:pt x="5864" y="184"/>
                    <a:pt x="7313" y="31"/>
                    <a:pt x="8768" y="17"/>
                  </a:cubicBezTo>
                  <a:cubicBezTo>
                    <a:pt x="10224" y="0"/>
                    <a:pt x="11682" y="134"/>
                    <a:pt x="13137" y="360"/>
                  </a:cubicBezTo>
                  <a:cubicBezTo>
                    <a:pt x="14591" y="585"/>
                    <a:pt x="16043" y="905"/>
                    <a:pt x="17492" y="1260"/>
                  </a:cubicBezTo>
                  <a:cubicBezTo>
                    <a:pt x="17560" y="1278"/>
                    <a:pt x="17599" y="1344"/>
                    <a:pt x="17583" y="1410"/>
                  </a:cubicBezTo>
                  <a:cubicBezTo>
                    <a:pt x="17566" y="1476"/>
                    <a:pt x="17500" y="1515"/>
                    <a:pt x="17434" y="1499"/>
                  </a:cubicBezTo>
                  <a:cubicBezTo>
                    <a:pt x="15988" y="1143"/>
                    <a:pt x="14542" y="825"/>
                    <a:pt x="13100" y="602"/>
                  </a:cubicBezTo>
                  <a:cubicBezTo>
                    <a:pt x="11657" y="378"/>
                    <a:pt x="10214" y="246"/>
                    <a:pt x="8771" y="260"/>
                  </a:cubicBezTo>
                  <a:cubicBezTo>
                    <a:pt x="7331" y="275"/>
                    <a:pt x="5893" y="428"/>
                    <a:pt x="4461" y="654"/>
                  </a:cubicBezTo>
                  <a:cubicBezTo>
                    <a:pt x="3029" y="875"/>
                    <a:pt x="1597" y="1178"/>
                    <a:pt x="162" y="14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1"/>
            <p:cNvSpPr/>
            <p:nvPr/>
          </p:nvSpPr>
          <p:spPr>
            <a:xfrm>
              <a:off x="5038072" y="2868906"/>
              <a:ext cx="722942" cy="61920"/>
            </a:xfrm>
            <a:custGeom>
              <a:avLst/>
              <a:gdLst/>
              <a:ahLst/>
              <a:cxnLst/>
              <a:rect l="l" t="t" r="r" b="b"/>
              <a:pathLst>
                <a:path w="17511" h="1500" extrusionOk="0">
                  <a:moveTo>
                    <a:pt x="162" y="1479"/>
                  </a:moveTo>
                  <a:cubicBezTo>
                    <a:pt x="96" y="1494"/>
                    <a:pt x="30" y="1453"/>
                    <a:pt x="15" y="1387"/>
                  </a:cubicBezTo>
                  <a:cubicBezTo>
                    <a:pt x="0" y="1321"/>
                    <a:pt x="43" y="1255"/>
                    <a:pt x="109" y="1240"/>
                  </a:cubicBezTo>
                  <a:cubicBezTo>
                    <a:pt x="1532" y="929"/>
                    <a:pt x="2958" y="634"/>
                    <a:pt x="4397" y="408"/>
                  </a:cubicBezTo>
                  <a:cubicBezTo>
                    <a:pt x="5834" y="184"/>
                    <a:pt x="7274" y="33"/>
                    <a:pt x="8720" y="17"/>
                  </a:cubicBezTo>
                  <a:cubicBezTo>
                    <a:pt x="10174" y="1"/>
                    <a:pt x="11624" y="133"/>
                    <a:pt x="13070" y="356"/>
                  </a:cubicBezTo>
                  <a:cubicBezTo>
                    <a:pt x="14512" y="579"/>
                    <a:pt x="15958" y="895"/>
                    <a:pt x="17404" y="1244"/>
                  </a:cubicBezTo>
                  <a:cubicBezTo>
                    <a:pt x="17470" y="1260"/>
                    <a:pt x="17511" y="1327"/>
                    <a:pt x="17495" y="1394"/>
                  </a:cubicBezTo>
                  <a:cubicBezTo>
                    <a:pt x="17477" y="1460"/>
                    <a:pt x="17411" y="1500"/>
                    <a:pt x="17345" y="1484"/>
                  </a:cubicBezTo>
                  <a:cubicBezTo>
                    <a:pt x="15911" y="1134"/>
                    <a:pt x="14474" y="823"/>
                    <a:pt x="13032" y="600"/>
                  </a:cubicBezTo>
                  <a:cubicBezTo>
                    <a:pt x="11595" y="378"/>
                    <a:pt x="10158" y="248"/>
                    <a:pt x="8722" y="262"/>
                  </a:cubicBezTo>
                  <a:cubicBezTo>
                    <a:pt x="7289" y="277"/>
                    <a:pt x="5859" y="428"/>
                    <a:pt x="4434" y="650"/>
                  </a:cubicBezTo>
                  <a:cubicBezTo>
                    <a:pt x="3014" y="873"/>
                    <a:pt x="1589" y="1169"/>
                    <a:pt x="162" y="14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1"/>
            <p:cNvSpPr/>
            <p:nvPr/>
          </p:nvSpPr>
          <p:spPr>
            <a:xfrm>
              <a:off x="5041705" y="2944081"/>
              <a:ext cx="719267" cy="61177"/>
            </a:xfrm>
            <a:custGeom>
              <a:avLst/>
              <a:gdLst/>
              <a:ahLst/>
              <a:cxnLst/>
              <a:rect l="l" t="t" r="r" b="b"/>
              <a:pathLst>
                <a:path w="17422" h="1482" extrusionOk="0">
                  <a:moveTo>
                    <a:pt x="161" y="1461"/>
                  </a:moveTo>
                  <a:cubicBezTo>
                    <a:pt x="94" y="1476"/>
                    <a:pt x="28" y="1433"/>
                    <a:pt x="15" y="1366"/>
                  </a:cubicBezTo>
                  <a:cubicBezTo>
                    <a:pt x="1" y="1299"/>
                    <a:pt x="43" y="1233"/>
                    <a:pt x="109" y="1220"/>
                  </a:cubicBezTo>
                  <a:cubicBezTo>
                    <a:pt x="1526" y="916"/>
                    <a:pt x="2947" y="623"/>
                    <a:pt x="4375" y="403"/>
                  </a:cubicBezTo>
                  <a:cubicBezTo>
                    <a:pt x="5805" y="182"/>
                    <a:pt x="7241" y="33"/>
                    <a:pt x="8679" y="16"/>
                  </a:cubicBezTo>
                  <a:cubicBezTo>
                    <a:pt x="10122" y="0"/>
                    <a:pt x="11566" y="131"/>
                    <a:pt x="13004" y="353"/>
                  </a:cubicBezTo>
                  <a:cubicBezTo>
                    <a:pt x="14438" y="573"/>
                    <a:pt x="15877" y="883"/>
                    <a:pt x="17314" y="1228"/>
                  </a:cubicBezTo>
                  <a:cubicBezTo>
                    <a:pt x="17380" y="1244"/>
                    <a:pt x="17421" y="1310"/>
                    <a:pt x="17404" y="1374"/>
                  </a:cubicBezTo>
                  <a:cubicBezTo>
                    <a:pt x="17388" y="1440"/>
                    <a:pt x="17322" y="1481"/>
                    <a:pt x="17257" y="1464"/>
                  </a:cubicBezTo>
                  <a:cubicBezTo>
                    <a:pt x="15832" y="1123"/>
                    <a:pt x="14402" y="815"/>
                    <a:pt x="12968" y="595"/>
                  </a:cubicBezTo>
                  <a:cubicBezTo>
                    <a:pt x="11536" y="376"/>
                    <a:pt x="10106" y="245"/>
                    <a:pt x="8681" y="260"/>
                  </a:cubicBezTo>
                  <a:cubicBezTo>
                    <a:pt x="7254" y="275"/>
                    <a:pt x="5830" y="425"/>
                    <a:pt x="4412" y="642"/>
                  </a:cubicBezTo>
                  <a:cubicBezTo>
                    <a:pt x="2997" y="862"/>
                    <a:pt x="1579" y="1156"/>
                    <a:pt x="161" y="14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1"/>
            <p:cNvSpPr/>
            <p:nvPr/>
          </p:nvSpPr>
          <p:spPr>
            <a:xfrm>
              <a:off x="5855052" y="1967137"/>
              <a:ext cx="765961" cy="70589"/>
            </a:xfrm>
            <a:custGeom>
              <a:avLst/>
              <a:gdLst/>
              <a:ahLst/>
              <a:cxnLst/>
              <a:rect l="l" t="t" r="r" b="b"/>
              <a:pathLst>
                <a:path w="18553" h="1710" extrusionOk="0">
                  <a:moveTo>
                    <a:pt x="18445" y="1454"/>
                  </a:moveTo>
                  <a:cubicBezTo>
                    <a:pt x="18511" y="1470"/>
                    <a:pt x="18552" y="1536"/>
                    <a:pt x="18535" y="1603"/>
                  </a:cubicBezTo>
                  <a:cubicBezTo>
                    <a:pt x="18518" y="1669"/>
                    <a:pt x="18452" y="1710"/>
                    <a:pt x="18386" y="1692"/>
                  </a:cubicBezTo>
                  <a:cubicBezTo>
                    <a:pt x="16882" y="1321"/>
                    <a:pt x="15374" y="971"/>
                    <a:pt x="13857" y="711"/>
                  </a:cubicBezTo>
                  <a:cubicBezTo>
                    <a:pt x="12345" y="450"/>
                    <a:pt x="10830" y="280"/>
                    <a:pt x="9311" y="264"/>
                  </a:cubicBezTo>
                  <a:cubicBezTo>
                    <a:pt x="7789" y="246"/>
                    <a:pt x="6266" y="396"/>
                    <a:pt x="4741" y="653"/>
                  </a:cubicBezTo>
                  <a:cubicBezTo>
                    <a:pt x="3214" y="910"/>
                    <a:pt x="1692" y="1277"/>
                    <a:pt x="170" y="1691"/>
                  </a:cubicBezTo>
                  <a:cubicBezTo>
                    <a:pt x="106" y="1710"/>
                    <a:pt x="37" y="1670"/>
                    <a:pt x="20" y="1604"/>
                  </a:cubicBezTo>
                  <a:cubicBezTo>
                    <a:pt x="1" y="1538"/>
                    <a:pt x="40" y="1472"/>
                    <a:pt x="106" y="1454"/>
                  </a:cubicBezTo>
                  <a:cubicBezTo>
                    <a:pt x="1636" y="1036"/>
                    <a:pt x="3169" y="669"/>
                    <a:pt x="4701" y="410"/>
                  </a:cubicBezTo>
                  <a:cubicBezTo>
                    <a:pt x="6237" y="151"/>
                    <a:pt x="7772" y="1"/>
                    <a:pt x="9312" y="17"/>
                  </a:cubicBezTo>
                  <a:cubicBezTo>
                    <a:pt x="10848" y="33"/>
                    <a:pt x="12376" y="206"/>
                    <a:pt x="13899" y="469"/>
                  </a:cubicBezTo>
                  <a:cubicBezTo>
                    <a:pt x="15419" y="729"/>
                    <a:pt x="16936" y="1080"/>
                    <a:pt x="18445" y="1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1"/>
            <p:cNvSpPr/>
            <p:nvPr/>
          </p:nvSpPr>
          <p:spPr>
            <a:xfrm>
              <a:off x="5855052" y="2042436"/>
              <a:ext cx="762369" cy="69887"/>
            </a:xfrm>
            <a:custGeom>
              <a:avLst/>
              <a:gdLst/>
              <a:ahLst/>
              <a:cxnLst/>
              <a:rect l="l" t="t" r="r" b="b"/>
              <a:pathLst>
                <a:path w="18466" h="1693" extrusionOk="0">
                  <a:moveTo>
                    <a:pt x="18360" y="1434"/>
                  </a:moveTo>
                  <a:cubicBezTo>
                    <a:pt x="18426" y="1451"/>
                    <a:pt x="18466" y="1517"/>
                    <a:pt x="18449" y="1583"/>
                  </a:cubicBezTo>
                  <a:cubicBezTo>
                    <a:pt x="18433" y="1649"/>
                    <a:pt x="18367" y="1688"/>
                    <a:pt x="18300" y="1672"/>
                  </a:cubicBezTo>
                  <a:cubicBezTo>
                    <a:pt x="16802" y="1305"/>
                    <a:pt x="15302" y="960"/>
                    <a:pt x="13793" y="703"/>
                  </a:cubicBezTo>
                  <a:cubicBezTo>
                    <a:pt x="12288" y="446"/>
                    <a:pt x="10780" y="278"/>
                    <a:pt x="9268" y="261"/>
                  </a:cubicBezTo>
                  <a:cubicBezTo>
                    <a:pt x="7755" y="245"/>
                    <a:pt x="6238" y="392"/>
                    <a:pt x="4720" y="646"/>
                  </a:cubicBezTo>
                  <a:cubicBezTo>
                    <a:pt x="3204" y="902"/>
                    <a:pt x="1686" y="1263"/>
                    <a:pt x="168" y="1674"/>
                  </a:cubicBezTo>
                  <a:cubicBezTo>
                    <a:pt x="102" y="1693"/>
                    <a:pt x="36" y="1652"/>
                    <a:pt x="18" y="1589"/>
                  </a:cubicBezTo>
                  <a:cubicBezTo>
                    <a:pt x="1" y="1521"/>
                    <a:pt x="40" y="1456"/>
                    <a:pt x="104" y="1437"/>
                  </a:cubicBezTo>
                  <a:cubicBezTo>
                    <a:pt x="1627" y="1025"/>
                    <a:pt x="3153" y="661"/>
                    <a:pt x="4679" y="407"/>
                  </a:cubicBezTo>
                  <a:cubicBezTo>
                    <a:pt x="6208" y="150"/>
                    <a:pt x="7736" y="0"/>
                    <a:pt x="9268" y="19"/>
                  </a:cubicBezTo>
                  <a:cubicBezTo>
                    <a:pt x="10797" y="35"/>
                    <a:pt x="12317" y="206"/>
                    <a:pt x="13832" y="466"/>
                  </a:cubicBezTo>
                  <a:cubicBezTo>
                    <a:pt x="15347" y="718"/>
                    <a:pt x="16857" y="1064"/>
                    <a:pt x="1836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1"/>
            <p:cNvSpPr/>
            <p:nvPr/>
          </p:nvSpPr>
          <p:spPr>
            <a:xfrm>
              <a:off x="5855135" y="2117528"/>
              <a:ext cx="758694" cy="69103"/>
            </a:xfrm>
            <a:custGeom>
              <a:avLst/>
              <a:gdLst/>
              <a:ahLst/>
              <a:cxnLst/>
              <a:rect l="l" t="t" r="r" b="b"/>
              <a:pathLst>
                <a:path w="18377" h="1674" extrusionOk="0">
                  <a:moveTo>
                    <a:pt x="18271" y="1417"/>
                  </a:moveTo>
                  <a:cubicBezTo>
                    <a:pt x="18337" y="1433"/>
                    <a:pt x="18377" y="1499"/>
                    <a:pt x="18361" y="1565"/>
                  </a:cubicBezTo>
                  <a:cubicBezTo>
                    <a:pt x="18345" y="1631"/>
                    <a:pt x="18279" y="1672"/>
                    <a:pt x="18213" y="1656"/>
                  </a:cubicBezTo>
                  <a:cubicBezTo>
                    <a:pt x="16722" y="1293"/>
                    <a:pt x="15227" y="954"/>
                    <a:pt x="13728" y="699"/>
                  </a:cubicBezTo>
                  <a:cubicBezTo>
                    <a:pt x="12230" y="446"/>
                    <a:pt x="10729" y="278"/>
                    <a:pt x="9222" y="261"/>
                  </a:cubicBezTo>
                  <a:cubicBezTo>
                    <a:pt x="7716" y="244"/>
                    <a:pt x="6207" y="391"/>
                    <a:pt x="4696" y="643"/>
                  </a:cubicBezTo>
                  <a:cubicBezTo>
                    <a:pt x="3187" y="894"/>
                    <a:pt x="1677" y="1252"/>
                    <a:pt x="166" y="1656"/>
                  </a:cubicBezTo>
                  <a:cubicBezTo>
                    <a:pt x="100" y="1674"/>
                    <a:pt x="34" y="1634"/>
                    <a:pt x="16" y="1569"/>
                  </a:cubicBezTo>
                  <a:cubicBezTo>
                    <a:pt x="0" y="1503"/>
                    <a:pt x="38" y="1437"/>
                    <a:pt x="103" y="1418"/>
                  </a:cubicBezTo>
                  <a:cubicBezTo>
                    <a:pt x="1618" y="1013"/>
                    <a:pt x="3136" y="653"/>
                    <a:pt x="4655" y="401"/>
                  </a:cubicBezTo>
                  <a:cubicBezTo>
                    <a:pt x="6176" y="147"/>
                    <a:pt x="7697" y="0"/>
                    <a:pt x="9222" y="16"/>
                  </a:cubicBezTo>
                  <a:cubicBezTo>
                    <a:pt x="10746" y="34"/>
                    <a:pt x="12260" y="203"/>
                    <a:pt x="13766" y="460"/>
                  </a:cubicBezTo>
                  <a:cubicBezTo>
                    <a:pt x="15275" y="712"/>
                    <a:pt x="16774" y="1054"/>
                    <a:pt x="18271" y="14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1"/>
            <p:cNvSpPr/>
            <p:nvPr/>
          </p:nvSpPr>
          <p:spPr>
            <a:xfrm>
              <a:off x="5855259" y="2192414"/>
              <a:ext cx="755061" cy="68442"/>
            </a:xfrm>
            <a:custGeom>
              <a:avLst/>
              <a:gdLst/>
              <a:ahLst/>
              <a:cxnLst/>
              <a:rect l="l" t="t" r="r" b="b"/>
              <a:pathLst>
                <a:path w="18289" h="1658" extrusionOk="0">
                  <a:moveTo>
                    <a:pt x="18182" y="1402"/>
                  </a:moveTo>
                  <a:cubicBezTo>
                    <a:pt x="18248" y="1417"/>
                    <a:pt x="18289" y="1483"/>
                    <a:pt x="18271" y="1549"/>
                  </a:cubicBezTo>
                  <a:cubicBezTo>
                    <a:pt x="18255" y="1615"/>
                    <a:pt x="18190" y="1656"/>
                    <a:pt x="18124" y="1640"/>
                  </a:cubicBezTo>
                  <a:cubicBezTo>
                    <a:pt x="16642" y="1284"/>
                    <a:pt x="15155" y="947"/>
                    <a:pt x="13660" y="696"/>
                  </a:cubicBezTo>
                  <a:cubicBezTo>
                    <a:pt x="12170" y="445"/>
                    <a:pt x="10674" y="279"/>
                    <a:pt x="9180" y="265"/>
                  </a:cubicBezTo>
                  <a:cubicBezTo>
                    <a:pt x="7678" y="249"/>
                    <a:pt x="6175" y="394"/>
                    <a:pt x="4674" y="642"/>
                  </a:cubicBezTo>
                  <a:cubicBezTo>
                    <a:pt x="3171" y="889"/>
                    <a:pt x="1668" y="1241"/>
                    <a:pt x="168" y="1642"/>
                  </a:cubicBezTo>
                  <a:cubicBezTo>
                    <a:pt x="101" y="1658"/>
                    <a:pt x="35" y="1620"/>
                    <a:pt x="16" y="1554"/>
                  </a:cubicBezTo>
                  <a:cubicBezTo>
                    <a:pt x="0" y="1488"/>
                    <a:pt x="38" y="1422"/>
                    <a:pt x="104" y="1402"/>
                  </a:cubicBezTo>
                  <a:cubicBezTo>
                    <a:pt x="1614" y="1002"/>
                    <a:pt x="3124" y="646"/>
                    <a:pt x="4636" y="397"/>
                  </a:cubicBezTo>
                  <a:cubicBezTo>
                    <a:pt x="6150" y="147"/>
                    <a:pt x="7665" y="1"/>
                    <a:pt x="9183" y="18"/>
                  </a:cubicBezTo>
                  <a:cubicBezTo>
                    <a:pt x="10696" y="34"/>
                    <a:pt x="12201" y="202"/>
                    <a:pt x="13703" y="453"/>
                  </a:cubicBezTo>
                  <a:cubicBezTo>
                    <a:pt x="15196" y="708"/>
                    <a:pt x="16692" y="1046"/>
                    <a:pt x="18182" y="14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1"/>
            <p:cNvSpPr/>
            <p:nvPr/>
          </p:nvSpPr>
          <p:spPr>
            <a:xfrm>
              <a:off x="5855259" y="2267754"/>
              <a:ext cx="751428" cy="67658"/>
            </a:xfrm>
            <a:custGeom>
              <a:avLst/>
              <a:gdLst/>
              <a:ahLst/>
              <a:cxnLst/>
              <a:rect l="l" t="t" r="r" b="b"/>
              <a:pathLst>
                <a:path w="18201" h="1639" extrusionOk="0">
                  <a:moveTo>
                    <a:pt x="18094" y="1382"/>
                  </a:moveTo>
                  <a:cubicBezTo>
                    <a:pt x="18160" y="1398"/>
                    <a:pt x="18201" y="1464"/>
                    <a:pt x="18186" y="1530"/>
                  </a:cubicBezTo>
                  <a:cubicBezTo>
                    <a:pt x="18168" y="1596"/>
                    <a:pt x="18102" y="1637"/>
                    <a:pt x="18036" y="1622"/>
                  </a:cubicBezTo>
                  <a:cubicBezTo>
                    <a:pt x="16558" y="1270"/>
                    <a:pt x="15075" y="938"/>
                    <a:pt x="13594" y="690"/>
                  </a:cubicBezTo>
                  <a:cubicBezTo>
                    <a:pt x="12111" y="442"/>
                    <a:pt x="10623" y="278"/>
                    <a:pt x="9133" y="262"/>
                  </a:cubicBezTo>
                  <a:cubicBezTo>
                    <a:pt x="7640" y="245"/>
                    <a:pt x="6145" y="389"/>
                    <a:pt x="4652" y="634"/>
                  </a:cubicBezTo>
                  <a:cubicBezTo>
                    <a:pt x="3156" y="881"/>
                    <a:pt x="1661" y="1229"/>
                    <a:pt x="168" y="1622"/>
                  </a:cubicBezTo>
                  <a:cubicBezTo>
                    <a:pt x="101" y="1639"/>
                    <a:pt x="35" y="1600"/>
                    <a:pt x="16" y="1534"/>
                  </a:cubicBezTo>
                  <a:cubicBezTo>
                    <a:pt x="0" y="1468"/>
                    <a:pt x="38" y="1402"/>
                    <a:pt x="104" y="1383"/>
                  </a:cubicBezTo>
                  <a:cubicBezTo>
                    <a:pt x="1606" y="990"/>
                    <a:pt x="3109" y="639"/>
                    <a:pt x="4614" y="391"/>
                  </a:cubicBezTo>
                  <a:cubicBezTo>
                    <a:pt x="6120" y="143"/>
                    <a:pt x="7627" y="0"/>
                    <a:pt x="9137" y="16"/>
                  </a:cubicBezTo>
                  <a:cubicBezTo>
                    <a:pt x="10643" y="33"/>
                    <a:pt x="12142" y="198"/>
                    <a:pt x="13637" y="448"/>
                  </a:cubicBezTo>
                  <a:cubicBezTo>
                    <a:pt x="15128" y="698"/>
                    <a:pt x="16615" y="1029"/>
                    <a:pt x="18094" y="13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1"/>
            <p:cNvSpPr/>
            <p:nvPr/>
          </p:nvSpPr>
          <p:spPr>
            <a:xfrm>
              <a:off x="5855259" y="2342888"/>
              <a:ext cx="747878" cy="66874"/>
            </a:xfrm>
            <a:custGeom>
              <a:avLst/>
              <a:gdLst/>
              <a:ahLst/>
              <a:cxnLst/>
              <a:rect l="l" t="t" r="r" b="b"/>
              <a:pathLst>
                <a:path w="18115" h="1620" extrusionOk="0">
                  <a:moveTo>
                    <a:pt x="18007" y="1366"/>
                  </a:moveTo>
                  <a:cubicBezTo>
                    <a:pt x="18073" y="1381"/>
                    <a:pt x="18114" y="1447"/>
                    <a:pt x="18099" y="1513"/>
                  </a:cubicBezTo>
                  <a:cubicBezTo>
                    <a:pt x="18085" y="1579"/>
                    <a:pt x="18019" y="1618"/>
                    <a:pt x="17953" y="1604"/>
                  </a:cubicBezTo>
                  <a:cubicBezTo>
                    <a:pt x="16480" y="1257"/>
                    <a:pt x="15005" y="931"/>
                    <a:pt x="13529" y="685"/>
                  </a:cubicBezTo>
                  <a:cubicBezTo>
                    <a:pt x="12053" y="441"/>
                    <a:pt x="10574" y="280"/>
                    <a:pt x="9089" y="262"/>
                  </a:cubicBezTo>
                  <a:cubicBezTo>
                    <a:pt x="7605" y="246"/>
                    <a:pt x="6116" y="387"/>
                    <a:pt x="4630" y="629"/>
                  </a:cubicBezTo>
                  <a:cubicBezTo>
                    <a:pt x="3140" y="871"/>
                    <a:pt x="1652" y="1216"/>
                    <a:pt x="166" y="1604"/>
                  </a:cubicBezTo>
                  <a:cubicBezTo>
                    <a:pt x="100" y="1620"/>
                    <a:pt x="34" y="1582"/>
                    <a:pt x="16" y="1516"/>
                  </a:cubicBezTo>
                  <a:cubicBezTo>
                    <a:pt x="0" y="1450"/>
                    <a:pt x="38" y="1383"/>
                    <a:pt x="104" y="1367"/>
                  </a:cubicBezTo>
                  <a:cubicBezTo>
                    <a:pt x="1599" y="977"/>
                    <a:pt x="3095" y="632"/>
                    <a:pt x="4592" y="387"/>
                  </a:cubicBezTo>
                  <a:cubicBezTo>
                    <a:pt x="6091" y="143"/>
                    <a:pt x="7591" y="1"/>
                    <a:pt x="9093" y="17"/>
                  </a:cubicBezTo>
                  <a:cubicBezTo>
                    <a:pt x="10592" y="33"/>
                    <a:pt x="12086" y="197"/>
                    <a:pt x="13572" y="442"/>
                  </a:cubicBezTo>
                  <a:cubicBezTo>
                    <a:pt x="15056" y="691"/>
                    <a:pt x="16536" y="1019"/>
                    <a:pt x="18007" y="13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1"/>
            <p:cNvSpPr/>
            <p:nvPr/>
          </p:nvSpPr>
          <p:spPr>
            <a:xfrm>
              <a:off x="5855259" y="2418104"/>
              <a:ext cx="744286" cy="66131"/>
            </a:xfrm>
            <a:custGeom>
              <a:avLst/>
              <a:gdLst/>
              <a:ahLst/>
              <a:cxnLst/>
              <a:rect l="l" t="t" r="r" b="b"/>
              <a:pathLst>
                <a:path w="18028" h="1602" extrusionOk="0">
                  <a:moveTo>
                    <a:pt x="17922" y="1345"/>
                  </a:moveTo>
                  <a:cubicBezTo>
                    <a:pt x="17988" y="1360"/>
                    <a:pt x="18027" y="1426"/>
                    <a:pt x="18013" y="1492"/>
                  </a:cubicBezTo>
                  <a:cubicBezTo>
                    <a:pt x="17998" y="1558"/>
                    <a:pt x="17932" y="1599"/>
                    <a:pt x="17866" y="1584"/>
                  </a:cubicBezTo>
                  <a:cubicBezTo>
                    <a:pt x="16402" y="1242"/>
                    <a:pt x="14934" y="919"/>
                    <a:pt x="13463" y="679"/>
                  </a:cubicBezTo>
                  <a:cubicBezTo>
                    <a:pt x="11994" y="436"/>
                    <a:pt x="10523" y="278"/>
                    <a:pt x="9048" y="260"/>
                  </a:cubicBezTo>
                  <a:cubicBezTo>
                    <a:pt x="7568" y="244"/>
                    <a:pt x="6087" y="385"/>
                    <a:pt x="4608" y="624"/>
                  </a:cubicBezTo>
                  <a:cubicBezTo>
                    <a:pt x="3127" y="865"/>
                    <a:pt x="1646" y="1204"/>
                    <a:pt x="166" y="1586"/>
                  </a:cubicBezTo>
                  <a:cubicBezTo>
                    <a:pt x="100" y="1602"/>
                    <a:pt x="34" y="1564"/>
                    <a:pt x="16" y="1498"/>
                  </a:cubicBezTo>
                  <a:cubicBezTo>
                    <a:pt x="0" y="1432"/>
                    <a:pt x="38" y="1366"/>
                    <a:pt x="104" y="1349"/>
                  </a:cubicBezTo>
                  <a:cubicBezTo>
                    <a:pt x="1592" y="965"/>
                    <a:pt x="3080" y="624"/>
                    <a:pt x="4570" y="382"/>
                  </a:cubicBezTo>
                  <a:cubicBezTo>
                    <a:pt x="6062" y="140"/>
                    <a:pt x="7555" y="0"/>
                    <a:pt x="9049" y="15"/>
                  </a:cubicBezTo>
                  <a:cubicBezTo>
                    <a:pt x="10541" y="31"/>
                    <a:pt x="12025" y="193"/>
                    <a:pt x="13505" y="435"/>
                  </a:cubicBezTo>
                  <a:cubicBezTo>
                    <a:pt x="14983" y="680"/>
                    <a:pt x="16455" y="1005"/>
                    <a:pt x="17922" y="13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1"/>
            <p:cNvSpPr/>
            <p:nvPr/>
          </p:nvSpPr>
          <p:spPr>
            <a:xfrm>
              <a:off x="5855300" y="2493196"/>
              <a:ext cx="740653" cy="65470"/>
            </a:xfrm>
            <a:custGeom>
              <a:avLst/>
              <a:gdLst/>
              <a:ahLst/>
              <a:cxnLst/>
              <a:rect l="l" t="t" r="r" b="b"/>
              <a:pathLst>
                <a:path w="17940" h="1586" extrusionOk="0">
                  <a:moveTo>
                    <a:pt x="17834" y="1330"/>
                  </a:moveTo>
                  <a:cubicBezTo>
                    <a:pt x="17900" y="1345"/>
                    <a:pt x="17940" y="1411"/>
                    <a:pt x="17925" y="1477"/>
                  </a:cubicBezTo>
                  <a:cubicBezTo>
                    <a:pt x="17911" y="1543"/>
                    <a:pt x="17844" y="1584"/>
                    <a:pt x="17778" y="1570"/>
                  </a:cubicBezTo>
                  <a:cubicBezTo>
                    <a:pt x="16322" y="1232"/>
                    <a:pt x="14861" y="913"/>
                    <a:pt x="13399" y="676"/>
                  </a:cubicBezTo>
                  <a:cubicBezTo>
                    <a:pt x="11936" y="436"/>
                    <a:pt x="10472" y="279"/>
                    <a:pt x="9004" y="263"/>
                  </a:cubicBezTo>
                  <a:cubicBezTo>
                    <a:pt x="7532" y="245"/>
                    <a:pt x="6059" y="383"/>
                    <a:pt x="4587" y="620"/>
                  </a:cubicBezTo>
                  <a:cubicBezTo>
                    <a:pt x="3111" y="856"/>
                    <a:pt x="1638" y="1192"/>
                    <a:pt x="167" y="1570"/>
                  </a:cubicBezTo>
                  <a:cubicBezTo>
                    <a:pt x="100" y="1586"/>
                    <a:pt x="34" y="1548"/>
                    <a:pt x="18" y="1480"/>
                  </a:cubicBezTo>
                  <a:cubicBezTo>
                    <a:pt x="1" y="1414"/>
                    <a:pt x="40" y="1349"/>
                    <a:pt x="106" y="1332"/>
                  </a:cubicBezTo>
                  <a:cubicBezTo>
                    <a:pt x="1585" y="952"/>
                    <a:pt x="3067" y="617"/>
                    <a:pt x="4549" y="378"/>
                  </a:cubicBezTo>
                  <a:cubicBezTo>
                    <a:pt x="6033" y="140"/>
                    <a:pt x="7520" y="0"/>
                    <a:pt x="9005" y="16"/>
                  </a:cubicBezTo>
                  <a:cubicBezTo>
                    <a:pt x="10490" y="33"/>
                    <a:pt x="11968" y="193"/>
                    <a:pt x="13439" y="432"/>
                  </a:cubicBezTo>
                  <a:cubicBezTo>
                    <a:pt x="14908" y="673"/>
                    <a:pt x="16373" y="993"/>
                    <a:pt x="17834" y="13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1"/>
            <p:cNvSpPr/>
            <p:nvPr/>
          </p:nvSpPr>
          <p:spPr>
            <a:xfrm>
              <a:off x="5855135" y="2568330"/>
              <a:ext cx="737309" cy="64686"/>
            </a:xfrm>
            <a:custGeom>
              <a:avLst/>
              <a:gdLst/>
              <a:ahLst/>
              <a:cxnLst/>
              <a:rect l="l" t="t" r="r" b="b"/>
              <a:pathLst>
                <a:path w="17859" h="1567" extrusionOk="0">
                  <a:moveTo>
                    <a:pt x="17750" y="1310"/>
                  </a:moveTo>
                  <a:cubicBezTo>
                    <a:pt x="17816" y="1325"/>
                    <a:pt x="17859" y="1391"/>
                    <a:pt x="17841" y="1457"/>
                  </a:cubicBezTo>
                  <a:cubicBezTo>
                    <a:pt x="17826" y="1523"/>
                    <a:pt x="17760" y="1565"/>
                    <a:pt x="17694" y="1549"/>
                  </a:cubicBezTo>
                  <a:cubicBezTo>
                    <a:pt x="16245" y="1221"/>
                    <a:pt x="14792" y="906"/>
                    <a:pt x="13334" y="671"/>
                  </a:cubicBezTo>
                  <a:cubicBezTo>
                    <a:pt x="11879" y="437"/>
                    <a:pt x="10420" y="280"/>
                    <a:pt x="8958" y="265"/>
                  </a:cubicBezTo>
                  <a:cubicBezTo>
                    <a:pt x="7495" y="249"/>
                    <a:pt x="6029" y="384"/>
                    <a:pt x="4563" y="617"/>
                  </a:cubicBezTo>
                  <a:cubicBezTo>
                    <a:pt x="3099" y="851"/>
                    <a:pt x="1631" y="1181"/>
                    <a:pt x="165" y="1551"/>
                  </a:cubicBezTo>
                  <a:cubicBezTo>
                    <a:pt x="99" y="1567"/>
                    <a:pt x="33" y="1527"/>
                    <a:pt x="16" y="1461"/>
                  </a:cubicBezTo>
                  <a:cubicBezTo>
                    <a:pt x="0" y="1395"/>
                    <a:pt x="40" y="1329"/>
                    <a:pt x="106" y="1312"/>
                  </a:cubicBezTo>
                  <a:cubicBezTo>
                    <a:pt x="1575" y="940"/>
                    <a:pt x="3049" y="608"/>
                    <a:pt x="4526" y="373"/>
                  </a:cubicBezTo>
                  <a:cubicBezTo>
                    <a:pt x="6003" y="137"/>
                    <a:pt x="7483" y="1"/>
                    <a:pt x="8960" y="17"/>
                  </a:cubicBezTo>
                  <a:cubicBezTo>
                    <a:pt x="10438" y="33"/>
                    <a:pt x="11907" y="191"/>
                    <a:pt x="13374" y="428"/>
                  </a:cubicBezTo>
                  <a:cubicBezTo>
                    <a:pt x="14839" y="667"/>
                    <a:pt x="16297" y="980"/>
                    <a:pt x="17750" y="13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1"/>
            <p:cNvSpPr/>
            <p:nvPr/>
          </p:nvSpPr>
          <p:spPr>
            <a:xfrm>
              <a:off x="5855259" y="2643546"/>
              <a:ext cx="483984" cy="64025"/>
            </a:xfrm>
            <a:custGeom>
              <a:avLst/>
              <a:gdLst/>
              <a:ahLst/>
              <a:cxnLst/>
              <a:rect l="l" t="t" r="r" b="b"/>
              <a:pathLst>
                <a:path w="11723" h="1551" extrusionOk="0">
                  <a:moveTo>
                    <a:pt x="11606" y="190"/>
                  </a:moveTo>
                  <a:cubicBezTo>
                    <a:pt x="11675" y="197"/>
                    <a:pt x="11722" y="257"/>
                    <a:pt x="11715" y="325"/>
                  </a:cubicBezTo>
                  <a:cubicBezTo>
                    <a:pt x="11708" y="392"/>
                    <a:pt x="11647" y="441"/>
                    <a:pt x="11580" y="433"/>
                  </a:cubicBezTo>
                  <a:cubicBezTo>
                    <a:pt x="11135" y="384"/>
                    <a:pt x="10692" y="344"/>
                    <a:pt x="10248" y="315"/>
                  </a:cubicBezTo>
                  <a:cubicBezTo>
                    <a:pt x="9801" y="285"/>
                    <a:pt x="9357" y="266"/>
                    <a:pt x="8917" y="263"/>
                  </a:cubicBezTo>
                  <a:cubicBezTo>
                    <a:pt x="7459" y="246"/>
                    <a:pt x="6003" y="382"/>
                    <a:pt x="4544" y="611"/>
                  </a:cubicBezTo>
                  <a:cubicBezTo>
                    <a:pt x="3087" y="840"/>
                    <a:pt x="1627" y="1167"/>
                    <a:pt x="165" y="1534"/>
                  </a:cubicBezTo>
                  <a:cubicBezTo>
                    <a:pt x="99" y="1551"/>
                    <a:pt x="32" y="1511"/>
                    <a:pt x="16" y="1445"/>
                  </a:cubicBezTo>
                  <a:cubicBezTo>
                    <a:pt x="0" y="1379"/>
                    <a:pt x="40" y="1313"/>
                    <a:pt x="106" y="1295"/>
                  </a:cubicBezTo>
                  <a:cubicBezTo>
                    <a:pt x="1570" y="928"/>
                    <a:pt x="3035" y="601"/>
                    <a:pt x="4507" y="369"/>
                  </a:cubicBezTo>
                  <a:cubicBezTo>
                    <a:pt x="5977" y="135"/>
                    <a:pt x="7449" y="0"/>
                    <a:pt x="8918" y="17"/>
                  </a:cubicBezTo>
                  <a:cubicBezTo>
                    <a:pt x="9372" y="22"/>
                    <a:pt x="9820" y="40"/>
                    <a:pt x="10265" y="68"/>
                  </a:cubicBezTo>
                  <a:cubicBezTo>
                    <a:pt x="10714" y="100"/>
                    <a:pt x="11162" y="140"/>
                    <a:pt x="11606" y="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1"/>
            <p:cNvSpPr/>
            <p:nvPr/>
          </p:nvSpPr>
          <p:spPr>
            <a:xfrm>
              <a:off x="5855176" y="2718638"/>
              <a:ext cx="476140" cy="63365"/>
            </a:xfrm>
            <a:custGeom>
              <a:avLst/>
              <a:gdLst/>
              <a:ahLst/>
              <a:cxnLst/>
              <a:rect l="l" t="t" r="r" b="b"/>
              <a:pathLst>
                <a:path w="11533" h="1535" extrusionOk="0">
                  <a:moveTo>
                    <a:pt x="11416" y="175"/>
                  </a:moveTo>
                  <a:cubicBezTo>
                    <a:pt x="11484" y="182"/>
                    <a:pt x="11532" y="242"/>
                    <a:pt x="11525" y="310"/>
                  </a:cubicBezTo>
                  <a:cubicBezTo>
                    <a:pt x="11517" y="378"/>
                    <a:pt x="11457" y="426"/>
                    <a:pt x="11388" y="419"/>
                  </a:cubicBezTo>
                  <a:cubicBezTo>
                    <a:pt x="10970" y="375"/>
                    <a:pt x="10550" y="338"/>
                    <a:pt x="10132" y="310"/>
                  </a:cubicBezTo>
                  <a:cubicBezTo>
                    <a:pt x="9710" y="285"/>
                    <a:pt x="9289" y="267"/>
                    <a:pt x="8873" y="262"/>
                  </a:cubicBezTo>
                  <a:cubicBezTo>
                    <a:pt x="7423" y="245"/>
                    <a:pt x="5974" y="379"/>
                    <a:pt x="4522" y="607"/>
                  </a:cubicBezTo>
                  <a:cubicBezTo>
                    <a:pt x="3072" y="834"/>
                    <a:pt x="1618" y="1159"/>
                    <a:pt x="165" y="1518"/>
                  </a:cubicBezTo>
                  <a:cubicBezTo>
                    <a:pt x="99" y="1534"/>
                    <a:pt x="33" y="1493"/>
                    <a:pt x="17" y="1427"/>
                  </a:cubicBezTo>
                  <a:cubicBezTo>
                    <a:pt x="1" y="1361"/>
                    <a:pt x="40" y="1295"/>
                    <a:pt x="106" y="1279"/>
                  </a:cubicBezTo>
                  <a:cubicBezTo>
                    <a:pt x="1564" y="918"/>
                    <a:pt x="3022" y="595"/>
                    <a:pt x="4486" y="366"/>
                  </a:cubicBezTo>
                  <a:cubicBezTo>
                    <a:pt x="5948" y="135"/>
                    <a:pt x="7411" y="0"/>
                    <a:pt x="8876" y="16"/>
                  </a:cubicBezTo>
                  <a:cubicBezTo>
                    <a:pt x="9304" y="22"/>
                    <a:pt x="9728" y="37"/>
                    <a:pt x="10148" y="65"/>
                  </a:cubicBezTo>
                  <a:cubicBezTo>
                    <a:pt x="10572" y="91"/>
                    <a:pt x="10995" y="128"/>
                    <a:pt x="11416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1"/>
            <p:cNvSpPr/>
            <p:nvPr/>
          </p:nvSpPr>
          <p:spPr>
            <a:xfrm>
              <a:off x="5855259" y="2793896"/>
              <a:ext cx="468172" cy="62622"/>
            </a:xfrm>
            <a:custGeom>
              <a:avLst/>
              <a:gdLst/>
              <a:ahLst/>
              <a:cxnLst/>
              <a:rect l="l" t="t" r="r" b="b"/>
              <a:pathLst>
                <a:path w="11340" h="1517" extrusionOk="0">
                  <a:moveTo>
                    <a:pt x="11222" y="155"/>
                  </a:moveTo>
                  <a:cubicBezTo>
                    <a:pt x="11289" y="162"/>
                    <a:pt x="11339" y="221"/>
                    <a:pt x="11332" y="290"/>
                  </a:cubicBezTo>
                  <a:cubicBezTo>
                    <a:pt x="11326" y="357"/>
                    <a:pt x="11266" y="407"/>
                    <a:pt x="11198" y="400"/>
                  </a:cubicBezTo>
                  <a:cubicBezTo>
                    <a:pt x="10805" y="359"/>
                    <a:pt x="10410" y="328"/>
                    <a:pt x="10014" y="304"/>
                  </a:cubicBezTo>
                  <a:cubicBezTo>
                    <a:pt x="9616" y="279"/>
                    <a:pt x="9221" y="265"/>
                    <a:pt x="8829" y="262"/>
                  </a:cubicBezTo>
                  <a:cubicBezTo>
                    <a:pt x="7386" y="247"/>
                    <a:pt x="5941" y="378"/>
                    <a:pt x="4500" y="602"/>
                  </a:cubicBezTo>
                  <a:cubicBezTo>
                    <a:pt x="3058" y="827"/>
                    <a:pt x="1612" y="1144"/>
                    <a:pt x="166" y="1501"/>
                  </a:cubicBezTo>
                  <a:cubicBezTo>
                    <a:pt x="100" y="1517"/>
                    <a:pt x="34" y="1476"/>
                    <a:pt x="16" y="1410"/>
                  </a:cubicBezTo>
                  <a:cubicBezTo>
                    <a:pt x="0" y="1344"/>
                    <a:pt x="41" y="1278"/>
                    <a:pt x="106" y="1262"/>
                  </a:cubicBezTo>
                  <a:cubicBezTo>
                    <a:pt x="1556" y="906"/>
                    <a:pt x="3008" y="586"/>
                    <a:pt x="4463" y="360"/>
                  </a:cubicBezTo>
                  <a:cubicBezTo>
                    <a:pt x="5918" y="136"/>
                    <a:pt x="7376" y="1"/>
                    <a:pt x="8832" y="18"/>
                  </a:cubicBezTo>
                  <a:cubicBezTo>
                    <a:pt x="9234" y="21"/>
                    <a:pt x="9633" y="36"/>
                    <a:pt x="10031" y="59"/>
                  </a:cubicBezTo>
                  <a:cubicBezTo>
                    <a:pt x="10425" y="81"/>
                    <a:pt x="10824" y="115"/>
                    <a:pt x="11222" y="1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1"/>
            <p:cNvSpPr/>
            <p:nvPr/>
          </p:nvSpPr>
          <p:spPr>
            <a:xfrm>
              <a:off x="5855176" y="2868988"/>
              <a:ext cx="460163" cy="61837"/>
            </a:xfrm>
            <a:custGeom>
              <a:avLst/>
              <a:gdLst/>
              <a:ahLst/>
              <a:cxnLst/>
              <a:rect l="l" t="t" r="r" b="b"/>
              <a:pathLst>
                <a:path w="11146" h="1498" extrusionOk="0">
                  <a:moveTo>
                    <a:pt x="11031" y="140"/>
                  </a:moveTo>
                  <a:cubicBezTo>
                    <a:pt x="11099" y="147"/>
                    <a:pt x="11146" y="206"/>
                    <a:pt x="11142" y="273"/>
                  </a:cubicBezTo>
                  <a:cubicBezTo>
                    <a:pt x="11136" y="342"/>
                    <a:pt x="11075" y="391"/>
                    <a:pt x="11006" y="384"/>
                  </a:cubicBezTo>
                  <a:cubicBezTo>
                    <a:pt x="10639" y="350"/>
                    <a:pt x="10270" y="320"/>
                    <a:pt x="9897" y="300"/>
                  </a:cubicBezTo>
                  <a:cubicBezTo>
                    <a:pt x="9524" y="279"/>
                    <a:pt x="9154" y="265"/>
                    <a:pt x="8787" y="260"/>
                  </a:cubicBezTo>
                  <a:cubicBezTo>
                    <a:pt x="7351" y="246"/>
                    <a:pt x="5915" y="376"/>
                    <a:pt x="4478" y="598"/>
                  </a:cubicBezTo>
                  <a:cubicBezTo>
                    <a:pt x="3035" y="821"/>
                    <a:pt x="1599" y="1134"/>
                    <a:pt x="165" y="1482"/>
                  </a:cubicBezTo>
                  <a:cubicBezTo>
                    <a:pt x="99" y="1498"/>
                    <a:pt x="33" y="1457"/>
                    <a:pt x="17" y="1392"/>
                  </a:cubicBezTo>
                  <a:cubicBezTo>
                    <a:pt x="1" y="1325"/>
                    <a:pt x="40" y="1260"/>
                    <a:pt x="106" y="1242"/>
                  </a:cubicBezTo>
                  <a:cubicBezTo>
                    <a:pt x="1552" y="891"/>
                    <a:pt x="2998" y="576"/>
                    <a:pt x="4441" y="354"/>
                  </a:cubicBezTo>
                  <a:cubicBezTo>
                    <a:pt x="5887" y="131"/>
                    <a:pt x="7336" y="0"/>
                    <a:pt x="8790" y="15"/>
                  </a:cubicBezTo>
                  <a:cubicBezTo>
                    <a:pt x="9169" y="18"/>
                    <a:pt x="9540" y="31"/>
                    <a:pt x="9911" y="53"/>
                  </a:cubicBezTo>
                  <a:cubicBezTo>
                    <a:pt x="10284" y="75"/>
                    <a:pt x="10657" y="105"/>
                    <a:pt x="11031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1"/>
            <p:cNvSpPr/>
            <p:nvPr/>
          </p:nvSpPr>
          <p:spPr>
            <a:xfrm>
              <a:off x="5855259" y="2944204"/>
              <a:ext cx="460452" cy="61094"/>
            </a:xfrm>
            <a:custGeom>
              <a:avLst/>
              <a:gdLst/>
              <a:ahLst/>
              <a:cxnLst/>
              <a:rect l="l" t="t" r="r" b="b"/>
              <a:pathLst>
                <a:path w="11153" h="1480" extrusionOk="0">
                  <a:moveTo>
                    <a:pt x="11037" y="143"/>
                  </a:moveTo>
                  <a:cubicBezTo>
                    <a:pt x="11104" y="147"/>
                    <a:pt x="11153" y="209"/>
                    <a:pt x="11147" y="276"/>
                  </a:cubicBezTo>
                  <a:cubicBezTo>
                    <a:pt x="11141" y="344"/>
                    <a:pt x="11079" y="394"/>
                    <a:pt x="11012" y="386"/>
                  </a:cubicBezTo>
                  <a:cubicBezTo>
                    <a:pt x="10636" y="350"/>
                    <a:pt x="10256" y="320"/>
                    <a:pt x="9877" y="298"/>
                  </a:cubicBezTo>
                  <a:cubicBezTo>
                    <a:pt x="9495" y="276"/>
                    <a:pt x="9115" y="263"/>
                    <a:pt x="8739" y="260"/>
                  </a:cubicBezTo>
                  <a:cubicBezTo>
                    <a:pt x="7312" y="245"/>
                    <a:pt x="5881" y="373"/>
                    <a:pt x="4453" y="593"/>
                  </a:cubicBezTo>
                  <a:cubicBezTo>
                    <a:pt x="3017" y="813"/>
                    <a:pt x="1587" y="1122"/>
                    <a:pt x="162" y="1462"/>
                  </a:cubicBezTo>
                  <a:cubicBezTo>
                    <a:pt x="96" y="1480"/>
                    <a:pt x="30" y="1437"/>
                    <a:pt x="15" y="1373"/>
                  </a:cubicBezTo>
                  <a:cubicBezTo>
                    <a:pt x="0" y="1307"/>
                    <a:pt x="40" y="1241"/>
                    <a:pt x="104" y="1226"/>
                  </a:cubicBezTo>
                  <a:cubicBezTo>
                    <a:pt x="1543" y="881"/>
                    <a:pt x="2980" y="571"/>
                    <a:pt x="4415" y="351"/>
                  </a:cubicBezTo>
                  <a:cubicBezTo>
                    <a:pt x="5853" y="131"/>
                    <a:pt x="7296" y="0"/>
                    <a:pt x="8741" y="15"/>
                  </a:cubicBezTo>
                  <a:cubicBezTo>
                    <a:pt x="9125" y="19"/>
                    <a:pt x="9509" y="34"/>
                    <a:pt x="9889" y="55"/>
                  </a:cubicBezTo>
                  <a:cubicBezTo>
                    <a:pt x="10273" y="74"/>
                    <a:pt x="10655" y="106"/>
                    <a:pt x="11037" y="1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1"/>
            <p:cNvSpPr/>
            <p:nvPr/>
          </p:nvSpPr>
          <p:spPr>
            <a:xfrm>
              <a:off x="5034356" y="2004167"/>
              <a:ext cx="223517" cy="266916"/>
            </a:xfrm>
            <a:custGeom>
              <a:avLst/>
              <a:gdLst/>
              <a:ahLst/>
              <a:cxnLst/>
              <a:rect l="l" t="t" r="r" b="b"/>
              <a:pathLst>
                <a:path w="5414" h="6466" extrusionOk="0">
                  <a:moveTo>
                    <a:pt x="1906" y="868"/>
                  </a:moveTo>
                  <a:lnTo>
                    <a:pt x="3454" y="3675"/>
                  </a:lnTo>
                  <a:lnTo>
                    <a:pt x="1282" y="4010"/>
                  </a:lnTo>
                  <a:lnTo>
                    <a:pt x="1906" y="868"/>
                  </a:lnTo>
                  <a:close/>
                  <a:moveTo>
                    <a:pt x="2238" y="1"/>
                  </a:moveTo>
                  <a:lnTo>
                    <a:pt x="1332" y="142"/>
                  </a:lnTo>
                  <a:lnTo>
                    <a:pt x="1" y="6466"/>
                  </a:lnTo>
                  <a:lnTo>
                    <a:pt x="844" y="6337"/>
                  </a:lnTo>
                  <a:lnTo>
                    <a:pt x="1144" y="4721"/>
                  </a:lnTo>
                  <a:lnTo>
                    <a:pt x="3807" y="4309"/>
                  </a:lnTo>
                  <a:lnTo>
                    <a:pt x="4583" y="5758"/>
                  </a:lnTo>
                  <a:lnTo>
                    <a:pt x="5413" y="5631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1"/>
            <p:cNvSpPr/>
            <p:nvPr/>
          </p:nvSpPr>
          <p:spPr>
            <a:xfrm>
              <a:off x="6372735" y="2704809"/>
              <a:ext cx="228223" cy="272613"/>
            </a:xfrm>
            <a:custGeom>
              <a:avLst/>
              <a:gdLst/>
              <a:ahLst/>
              <a:cxnLst/>
              <a:rect l="l" t="t" r="r" b="b"/>
              <a:pathLst>
                <a:path w="5528" h="6604" extrusionOk="0">
                  <a:moveTo>
                    <a:pt x="852" y="1"/>
                  </a:moveTo>
                  <a:lnTo>
                    <a:pt x="765" y="683"/>
                  </a:lnTo>
                  <a:lnTo>
                    <a:pt x="4437" y="1149"/>
                  </a:lnTo>
                  <a:lnTo>
                    <a:pt x="78" y="5369"/>
                  </a:lnTo>
                  <a:lnTo>
                    <a:pt x="1" y="5989"/>
                  </a:lnTo>
                  <a:lnTo>
                    <a:pt x="4860" y="6604"/>
                  </a:lnTo>
                  <a:lnTo>
                    <a:pt x="4946" y="5921"/>
                  </a:lnTo>
                  <a:lnTo>
                    <a:pt x="1091" y="5432"/>
                  </a:lnTo>
                  <a:lnTo>
                    <a:pt x="5450" y="1212"/>
                  </a:lnTo>
                  <a:lnTo>
                    <a:pt x="5528" y="592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4" name="Google Shape;584;p41"/>
          <p:cNvGrpSpPr/>
          <p:nvPr/>
        </p:nvGrpSpPr>
        <p:grpSpPr>
          <a:xfrm>
            <a:off x="7720129" y="3139075"/>
            <a:ext cx="784373" cy="1215737"/>
            <a:chOff x="6142360" y="2577164"/>
            <a:chExt cx="784373" cy="1215737"/>
          </a:xfrm>
        </p:grpSpPr>
        <p:sp>
          <p:nvSpPr>
            <p:cNvPr id="585" name="Google Shape;585;p41"/>
            <p:cNvSpPr/>
            <p:nvPr/>
          </p:nvSpPr>
          <p:spPr>
            <a:xfrm>
              <a:off x="6146736" y="2577164"/>
              <a:ext cx="779998" cy="779903"/>
            </a:xfrm>
            <a:custGeom>
              <a:avLst/>
              <a:gdLst/>
              <a:ahLst/>
              <a:cxnLst/>
              <a:rect l="l" t="t" r="r" b="b"/>
              <a:pathLst>
                <a:path w="18893" h="18893" extrusionOk="0">
                  <a:moveTo>
                    <a:pt x="12849" y="1880"/>
                  </a:moveTo>
                  <a:cubicBezTo>
                    <a:pt x="8669" y="1"/>
                    <a:pt x="3759" y="1867"/>
                    <a:pt x="1880" y="6046"/>
                  </a:cubicBezTo>
                  <a:cubicBezTo>
                    <a:pt x="1" y="10224"/>
                    <a:pt x="1868" y="15135"/>
                    <a:pt x="6046" y="17014"/>
                  </a:cubicBezTo>
                  <a:cubicBezTo>
                    <a:pt x="10224" y="18893"/>
                    <a:pt x="15134" y="17027"/>
                    <a:pt x="17013" y="12847"/>
                  </a:cubicBezTo>
                  <a:cubicBezTo>
                    <a:pt x="18893" y="8670"/>
                    <a:pt x="17027" y="3759"/>
                    <a:pt x="12849" y="188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1"/>
            <p:cNvSpPr/>
            <p:nvPr/>
          </p:nvSpPr>
          <p:spPr>
            <a:xfrm>
              <a:off x="6157758" y="2588145"/>
              <a:ext cx="758075" cy="757983"/>
            </a:xfrm>
            <a:custGeom>
              <a:avLst/>
              <a:gdLst/>
              <a:ahLst/>
              <a:cxnLst/>
              <a:rect l="l" t="t" r="r" b="b"/>
              <a:pathLst>
                <a:path w="18362" h="18362" extrusionOk="0">
                  <a:moveTo>
                    <a:pt x="12359" y="2232"/>
                  </a:moveTo>
                  <a:cubicBezTo>
                    <a:pt x="12328" y="2222"/>
                    <a:pt x="12297" y="2207"/>
                    <a:pt x="12268" y="2189"/>
                  </a:cubicBezTo>
                  <a:cubicBezTo>
                    <a:pt x="10355" y="1345"/>
                    <a:pt x="8280" y="1348"/>
                    <a:pt x="6464" y="2038"/>
                  </a:cubicBezTo>
                  <a:cubicBezTo>
                    <a:pt x="4651" y="2725"/>
                    <a:pt x="3100" y="4102"/>
                    <a:pt x="2232" y="6002"/>
                  </a:cubicBezTo>
                  <a:cubicBezTo>
                    <a:pt x="2220" y="6034"/>
                    <a:pt x="2206" y="6064"/>
                    <a:pt x="2190" y="6096"/>
                  </a:cubicBezTo>
                  <a:cubicBezTo>
                    <a:pt x="1345" y="8007"/>
                    <a:pt x="1347" y="10083"/>
                    <a:pt x="2037" y="11897"/>
                  </a:cubicBezTo>
                  <a:cubicBezTo>
                    <a:pt x="2725" y="13710"/>
                    <a:pt x="4101" y="15262"/>
                    <a:pt x="6001" y="16133"/>
                  </a:cubicBezTo>
                  <a:cubicBezTo>
                    <a:pt x="6031" y="16144"/>
                    <a:pt x="6064" y="16159"/>
                    <a:pt x="6093" y="16175"/>
                  </a:cubicBezTo>
                  <a:cubicBezTo>
                    <a:pt x="8004" y="17019"/>
                    <a:pt x="10080" y="17018"/>
                    <a:pt x="11895" y="16328"/>
                  </a:cubicBezTo>
                  <a:cubicBezTo>
                    <a:pt x="13722" y="15633"/>
                    <a:pt x="15286" y="14243"/>
                    <a:pt x="16150" y="12317"/>
                  </a:cubicBezTo>
                  <a:cubicBezTo>
                    <a:pt x="17017" y="10393"/>
                    <a:pt x="17018" y="8298"/>
                    <a:pt x="16322" y="6467"/>
                  </a:cubicBezTo>
                  <a:cubicBezTo>
                    <a:pt x="15635" y="4653"/>
                    <a:pt x="14260" y="3101"/>
                    <a:pt x="12359" y="2232"/>
                  </a:cubicBezTo>
                  <a:close/>
                  <a:moveTo>
                    <a:pt x="6005" y="814"/>
                  </a:moveTo>
                  <a:cubicBezTo>
                    <a:pt x="8144" y="1"/>
                    <a:pt x="10594" y="5"/>
                    <a:pt x="12847" y="1018"/>
                  </a:cubicBezTo>
                  <a:lnTo>
                    <a:pt x="12849" y="1018"/>
                  </a:lnTo>
                  <a:cubicBezTo>
                    <a:pt x="15104" y="2031"/>
                    <a:pt x="16736" y="3864"/>
                    <a:pt x="17548" y="6005"/>
                  </a:cubicBezTo>
                  <a:cubicBezTo>
                    <a:pt x="18361" y="8145"/>
                    <a:pt x="18358" y="10595"/>
                    <a:pt x="17345" y="12849"/>
                  </a:cubicBezTo>
                  <a:cubicBezTo>
                    <a:pt x="16332" y="15104"/>
                    <a:pt x="14499" y="16735"/>
                    <a:pt x="12357" y="17548"/>
                  </a:cubicBezTo>
                  <a:cubicBezTo>
                    <a:pt x="10218" y="18361"/>
                    <a:pt x="7768" y="18357"/>
                    <a:pt x="5515" y="17344"/>
                  </a:cubicBezTo>
                  <a:lnTo>
                    <a:pt x="5513" y="17344"/>
                  </a:lnTo>
                  <a:cubicBezTo>
                    <a:pt x="3257" y="16331"/>
                    <a:pt x="1626" y="14497"/>
                    <a:pt x="813" y="12357"/>
                  </a:cubicBezTo>
                  <a:cubicBezTo>
                    <a:pt x="1" y="10218"/>
                    <a:pt x="4" y="7769"/>
                    <a:pt x="1017" y="5516"/>
                  </a:cubicBezTo>
                  <a:lnTo>
                    <a:pt x="1017" y="5512"/>
                  </a:lnTo>
                  <a:cubicBezTo>
                    <a:pt x="2030" y="3258"/>
                    <a:pt x="3862" y="1627"/>
                    <a:pt x="6005" y="8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1"/>
            <p:cNvSpPr/>
            <p:nvPr/>
          </p:nvSpPr>
          <p:spPr>
            <a:xfrm>
              <a:off x="6173941" y="3260674"/>
              <a:ext cx="247793" cy="476041"/>
            </a:xfrm>
            <a:custGeom>
              <a:avLst/>
              <a:gdLst/>
              <a:ahLst/>
              <a:cxnLst/>
              <a:rect l="l" t="t" r="r" b="b"/>
              <a:pathLst>
                <a:path w="6002" h="11532" extrusionOk="0">
                  <a:moveTo>
                    <a:pt x="4662" y="477"/>
                  </a:moveTo>
                  <a:cubicBezTo>
                    <a:pt x="4808" y="147"/>
                    <a:pt x="5196" y="0"/>
                    <a:pt x="5525" y="147"/>
                  </a:cubicBezTo>
                  <a:cubicBezTo>
                    <a:pt x="5855" y="294"/>
                    <a:pt x="6002" y="680"/>
                    <a:pt x="5855" y="1009"/>
                  </a:cubicBezTo>
                  <a:lnTo>
                    <a:pt x="1341" y="11054"/>
                  </a:lnTo>
                  <a:cubicBezTo>
                    <a:pt x="1194" y="11385"/>
                    <a:pt x="807" y="11531"/>
                    <a:pt x="478" y="11385"/>
                  </a:cubicBezTo>
                  <a:cubicBezTo>
                    <a:pt x="148" y="11238"/>
                    <a:pt x="1" y="10850"/>
                    <a:pt x="148" y="105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6142360" y="3336881"/>
              <a:ext cx="251508" cy="456020"/>
            </a:xfrm>
            <a:custGeom>
              <a:avLst/>
              <a:gdLst/>
              <a:ahLst/>
              <a:cxnLst/>
              <a:rect l="l" t="t" r="r" b="b"/>
              <a:pathLst>
                <a:path w="6092" h="11047" extrusionOk="0">
                  <a:moveTo>
                    <a:pt x="4246" y="659"/>
                  </a:moveTo>
                  <a:cubicBezTo>
                    <a:pt x="4449" y="205"/>
                    <a:pt x="4980" y="1"/>
                    <a:pt x="5434" y="205"/>
                  </a:cubicBezTo>
                  <a:cubicBezTo>
                    <a:pt x="5888" y="408"/>
                    <a:pt x="6092" y="939"/>
                    <a:pt x="5888" y="1393"/>
                  </a:cubicBezTo>
                  <a:lnTo>
                    <a:pt x="1845" y="10390"/>
                  </a:lnTo>
                  <a:cubicBezTo>
                    <a:pt x="1642" y="10842"/>
                    <a:pt x="1111" y="11046"/>
                    <a:pt x="657" y="10845"/>
                  </a:cubicBezTo>
                  <a:cubicBezTo>
                    <a:pt x="205" y="10643"/>
                    <a:pt x="1" y="10111"/>
                    <a:pt x="202" y="96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1"/>
            <p:cNvSpPr/>
            <p:nvPr/>
          </p:nvSpPr>
          <p:spPr>
            <a:xfrm>
              <a:off x="6372592" y="2685654"/>
              <a:ext cx="331106" cy="191415"/>
            </a:xfrm>
            <a:custGeom>
              <a:avLst/>
              <a:gdLst/>
              <a:ahLst/>
              <a:cxnLst/>
              <a:rect l="l" t="t" r="r" b="b"/>
              <a:pathLst>
                <a:path w="8020" h="4637" extrusionOk="0">
                  <a:moveTo>
                    <a:pt x="4010" y="1"/>
                  </a:moveTo>
                  <a:cubicBezTo>
                    <a:pt x="6222" y="1"/>
                    <a:pt x="8019" y="1037"/>
                    <a:pt x="8019" y="2319"/>
                  </a:cubicBezTo>
                  <a:cubicBezTo>
                    <a:pt x="8019" y="3599"/>
                    <a:pt x="6225" y="4637"/>
                    <a:pt x="4010" y="4637"/>
                  </a:cubicBezTo>
                  <a:cubicBezTo>
                    <a:pt x="1796" y="4637"/>
                    <a:pt x="2" y="3599"/>
                    <a:pt x="2" y="2319"/>
                  </a:cubicBezTo>
                  <a:cubicBezTo>
                    <a:pt x="1" y="1039"/>
                    <a:pt x="1795" y="1"/>
                    <a:pt x="40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1"/>
            <p:cNvSpPr/>
            <p:nvPr/>
          </p:nvSpPr>
          <p:spPr>
            <a:xfrm>
              <a:off x="6334901" y="2936485"/>
              <a:ext cx="501571" cy="331644"/>
            </a:xfrm>
            <a:custGeom>
              <a:avLst/>
              <a:gdLst/>
              <a:ahLst/>
              <a:cxnLst/>
              <a:rect l="l" t="t" r="r" b="b"/>
              <a:pathLst>
                <a:path w="12149" h="8034" extrusionOk="0">
                  <a:moveTo>
                    <a:pt x="1670" y="4574"/>
                  </a:moveTo>
                  <a:cubicBezTo>
                    <a:pt x="4823" y="7173"/>
                    <a:pt x="9876" y="5770"/>
                    <a:pt x="11237" y="2021"/>
                  </a:cubicBezTo>
                  <a:cubicBezTo>
                    <a:pt x="11398" y="1573"/>
                    <a:pt x="11648" y="440"/>
                    <a:pt x="11749" y="1"/>
                  </a:cubicBezTo>
                  <a:lnTo>
                    <a:pt x="12002" y="1122"/>
                  </a:lnTo>
                  <a:cubicBezTo>
                    <a:pt x="12149" y="3180"/>
                    <a:pt x="10725" y="5186"/>
                    <a:pt x="9044" y="6253"/>
                  </a:cubicBezTo>
                  <a:cubicBezTo>
                    <a:pt x="6234" y="8034"/>
                    <a:pt x="3084" y="7878"/>
                    <a:pt x="409" y="5949"/>
                  </a:cubicBezTo>
                  <a:cubicBezTo>
                    <a:pt x="29" y="5601"/>
                    <a:pt x="1" y="5010"/>
                    <a:pt x="350" y="4631"/>
                  </a:cubicBezTo>
                  <a:cubicBezTo>
                    <a:pt x="698" y="4251"/>
                    <a:pt x="1290" y="4224"/>
                    <a:pt x="1670" y="45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" name="Google Shape;598;p42"/>
          <p:cNvGrpSpPr/>
          <p:nvPr/>
        </p:nvGrpSpPr>
        <p:grpSpPr>
          <a:xfrm>
            <a:off x="177247" y="3060517"/>
            <a:ext cx="1237126" cy="1965911"/>
            <a:chOff x="4846438" y="3420973"/>
            <a:chExt cx="734810" cy="1143969"/>
          </a:xfrm>
        </p:grpSpPr>
        <p:sp>
          <p:nvSpPr>
            <p:cNvPr id="157" name="Google Shape;599;p42"/>
            <p:cNvSpPr/>
            <p:nvPr/>
          </p:nvSpPr>
          <p:spPr>
            <a:xfrm>
              <a:off x="4877152" y="3525871"/>
              <a:ext cx="341138" cy="966241"/>
            </a:xfrm>
            <a:custGeom>
              <a:avLst/>
              <a:gdLst/>
              <a:ahLst/>
              <a:cxnLst/>
              <a:rect l="l" t="t" r="r" b="b"/>
              <a:pathLst>
                <a:path w="8263" h="23407" extrusionOk="0">
                  <a:moveTo>
                    <a:pt x="7579" y="22528"/>
                  </a:moveTo>
                  <a:cubicBezTo>
                    <a:pt x="7711" y="22807"/>
                    <a:pt x="7593" y="23142"/>
                    <a:pt x="7315" y="23274"/>
                  </a:cubicBezTo>
                  <a:cubicBezTo>
                    <a:pt x="7036" y="23406"/>
                    <a:pt x="6701" y="23289"/>
                    <a:pt x="6569" y="23010"/>
                  </a:cubicBezTo>
                  <a:lnTo>
                    <a:pt x="101" y="9462"/>
                  </a:lnTo>
                  <a:cubicBezTo>
                    <a:pt x="1" y="9256"/>
                    <a:pt x="42" y="9020"/>
                    <a:pt x="181" y="8855"/>
                  </a:cubicBezTo>
                  <a:lnTo>
                    <a:pt x="7201" y="273"/>
                  </a:lnTo>
                  <a:cubicBezTo>
                    <a:pt x="7398" y="35"/>
                    <a:pt x="7751" y="0"/>
                    <a:pt x="7990" y="194"/>
                  </a:cubicBezTo>
                  <a:cubicBezTo>
                    <a:pt x="8228" y="391"/>
                    <a:pt x="8263" y="743"/>
                    <a:pt x="8068" y="982"/>
                  </a:cubicBezTo>
                  <a:lnTo>
                    <a:pt x="1262" y="93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600;p42"/>
            <p:cNvSpPr/>
            <p:nvPr/>
          </p:nvSpPr>
          <p:spPr>
            <a:xfrm>
              <a:off x="4873478" y="3549319"/>
              <a:ext cx="292091" cy="932185"/>
            </a:xfrm>
            <a:custGeom>
              <a:avLst/>
              <a:gdLst/>
              <a:ahLst/>
              <a:cxnLst/>
              <a:rect l="l" t="t" r="r" b="b"/>
              <a:pathLst>
                <a:path w="7075" h="22582" extrusionOk="0">
                  <a:moveTo>
                    <a:pt x="6768" y="22387"/>
                  </a:moveTo>
                  <a:cubicBezTo>
                    <a:pt x="6797" y="22449"/>
                    <a:pt x="6772" y="22523"/>
                    <a:pt x="6709" y="22550"/>
                  </a:cubicBezTo>
                  <a:cubicBezTo>
                    <a:pt x="6649" y="22581"/>
                    <a:pt x="6576" y="22555"/>
                    <a:pt x="6546" y="22493"/>
                  </a:cubicBezTo>
                  <a:lnTo>
                    <a:pt x="78" y="8945"/>
                  </a:lnTo>
                  <a:cubicBezTo>
                    <a:pt x="19" y="8822"/>
                    <a:pt x="0" y="8688"/>
                    <a:pt x="16" y="8562"/>
                  </a:cubicBezTo>
                  <a:cubicBezTo>
                    <a:pt x="34" y="8431"/>
                    <a:pt x="88" y="8308"/>
                    <a:pt x="175" y="8209"/>
                  </a:cubicBezTo>
                  <a:lnTo>
                    <a:pt x="6841" y="62"/>
                  </a:lnTo>
                  <a:cubicBezTo>
                    <a:pt x="6884" y="8"/>
                    <a:pt x="6963" y="0"/>
                    <a:pt x="7014" y="43"/>
                  </a:cubicBezTo>
                  <a:cubicBezTo>
                    <a:pt x="7067" y="87"/>
                    <a:pt x="7075" y="165"/>
                    <a:pt x="7031" y="216"/>
                  </a:cubicBezTo>
                  <a:lnTo>
                    <a:pt x="361" y="8365"/>
                  </a:lnTo>
                  <a:cubicBezTo>
                    <a:pt x="307" y="8430"/>
                    <a:pt x="272" y="8510"/>
                    <a:pt x="259" y="8593"/>
                  </a:cubicBezTo>
                  <a:cubicBezTo>
                    <a:pt x="248" y="8673"/>
                    <a:pt x="262" y="8757"/>
                    <a:pt x="298" y="8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601;p42"/>
            <p:cNvSpPr/>
            <p:nvPr/>
          </p:nvSpPr>
          <p:spPr>
            <a:xfrm>
              <a:off x="4846438" y="3853734"/>
              <a:ext cx="116754" cy="116781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1414" y="2829"/>
                  </a:moveTo>
                  <a:cubicBezTo>
                    <a:pt x="2192" y="2829"/>
                    <a:pt x="2828" y="2195"/>
                    <a:pt x="2828" y="1414"/>
                  </a:cubicBezTo>
                  <a:cubicBezTo>
                    <a:pt x="2828" y="637"/>
                    <a:pt x="2192" y="0"/>
                    <a:pt x="1414" y="0"/>
                  </a:cubicBezTo>
                  <a:cubicBezTo>
                    <a:pt x="638" y="0"/>
                    <a:pt x="1" y="634"/>
                    <a:pt x="1" y="1414"/>
                  </a:cubicBezTo>
                  <a:cubicBezTo>
                    <a:pt x="1" y="2195"/>
                    <a:pt x="635" y="2829"/>
                    <a:pt x="1414" y="28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602;p42"/>
            <p:cNvSpPr/>
            <p:nvPr/>
          </p:nvSpPr>
          <p:spPr>
            <a:xfrm>
              <a:off x="4885037" y="3892498"/>
              <a:ext cx="39510" cy="39422"/>
            </a:xfrm>
            <a:custGeom>
              <a:avLst/>
              <a:gdLst/>
              <a:ahLst/>
              <a:cxnLst/>
              <a:rect l="l" t="t" r="r" b="b"/>
              <a:pathLst>
                <a:path w="957" h="955" extrusionOk="0">
                  <a:moveTo>
                    <a:pt x="479" y="955"/>
                  </a:moveTo>
                  <a:cubicBezTo>
                    <a:pt x="742" y="955"/>
                    <a:pt x="956" y="741"/>
                    <a:pt x="956" y="478"/>
                  </a:cubicBezTo>
                  <a:cubicBezTo>
                    <a:pt x="956" y="215"/>
                    <a:pt x="742" y="1"/>
                    <a:pt x="479" y="1"/>
                  </a:cubicBezTo>
                  <a:cubicBezTo>
                    <a:pt x="216" y="1"/>
                    <a:pt x="2" y="215"/>
                    <a:pt x="2" y="478"/>
                  </a:cubicBezTo>
                  <a:cubicBezTo>
                    <a:pt x="1" y="741"/>
                    <a:pt x="216" y="955"/>
                    <a:pt x="479" y="9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603;p42"/>
            <p:cNvSpPr/>
            <p:nvPr/>
          </p:nvSpPr>
          <p:spPr>
            <a:xfrm>
              <a:off x="4906215" y="3856211"/>
              <a:ext cx="62093" cy="119299"/>
            </a:xfrm>
            <a:custGeom>
              <a:avLst/>
              <a:gdLst/>
              <a:ahLst/>
              <a:cxnLst/>
              <a:rect l="l" t="t" r="r" b="b"/>
              <a:pathLst>
                <a:path w="1504" h="2890" extrusionOk="0">
                  <a:moveTo>
                    <a:pt x="625" y="244"/>
                  </a:moveTo>
                  <a:cubicBezTo>
                    <a:pt x="570" y="210"/>
                    <a:pt x="549" y="134"/>
                    <a:pt x="584" y="78"/>
                  </a:cubicBezTo>
                  <a:cubicBezTo>
                    <a:pt x="618" y="19"/>
                    <a:pt x="694" y="0"/>
                    <a:pt x="750" y="36"/>
                  </a:cubicBezTo>
                  <a:cubicBezTo>
                    <a:pt x="981" y="171"/>
                    <a:pt x="1171" y="366"/>
                    <a:pt x="1304" y="596"/>
                  </a:cubicBezTo>
                  <a:cubicBezTo>
                    <a:pt x="1431" y="821"/>
                    <a:pt x="1503" y="1079"/>
                    <a:pt x="1503" y="1355"/>
                  </a:cubicBezTo>
                  <a:cubicBezTo>
                    <a:pt x="1503" y="1747"/>
                    <a:pt x="1356" y="2105"/>
                    <a:pt x="1114" y="2377"/>
                  </a:cubicBezTo>
                  <a:cubicBezTo>
                    <a:pt x="871" y="2652"/>
                    <a:pt x="528" y="2838"/>
                    <a:pt x="144" y="2882"/>
                  </a:cubicBezTo>
                  <a:cubicBezTo>
                    <a:pt x="75" y="2889"/>
                    <a:pt x="15" y="2841"/>
                    <a:pt x="7" y="2773"/>
                  </a:cubicBezTo>
                  <a:cubicBezTo>
                    <a:pt x="0" y="2706"/>
                    <a:pt x="48" y="2644"/>
                    <a:pt x="116" y="2637"/>
                  </a:cubicBezTo>
                  <a:cubicBezTo>
                    <a:pt x="439" y="2600"/>
                    <a:pt x="725" y="2443"/>
                    <a:pt x="931" y="2214"/>
                  </a:cubicBezTo>
                  <a:cubicBezTo>
                    <a:pt x="1135" y="1987"/>
                    <a:pt x="1257" y="1686"/>
                    <a:pt x="1257" y="1355"/>
                  </a:cubicBezTo>
                  <a:cubicBezTo>
                    <a:pt x="1257" y="1122"/>
                    <a:pt x="1196" y="905"/>
                    <a:pt x="1091" y="717"/>
                  </a:cubicBezTo>
                  <a:cubicBezTo>
                    <a:pt x="978" y="521"/>
                    <a:pt x="819" y="359"/>
                    <a:pt x="625" y="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604;p42"/>
            <p:cNvSpPr/>
            <p:nvPr/>
          </p:nvSpPr>
          <p:spPr>
            <a:xfrm>
              <a:off x="4942792" y="4450180"/>
              <a:ext cx="452896" cy="86688"/>
            </a:xfrm>
            <a:custGeom>
              <a:avLst/>
              <a:gdLst/>
              <a:ahLst/>
              <a:cxnLst/>
              <a:rect l="l" t="t" r="r" b="b"/>
              <a:pathLst>
                <a:path w="10970" h="2100" extrusionOk="0">
                  <a:moveTo>
                    <a:pt x="1133" y="0"/>
                  </a:moveTo>
                  <a:lnTo>
                    <a:pt x="5485" y="0"/>
                  </a:lnTo>
                  <a:lnTo>
                    <a:pt x="9838" y="0"/>
                  </a:lnTo>
                  <a:cubicBezTo>
                    <a:pt x="10570" y="0"/>
                    <a:pt x="10764" y="1324"/>
                    <a:pt x="10970" y="2100"/>
                  </a:cubicBezTo>
                  <a:lnTo>
                    <a:pt x="5485" y="2100"/>
                  </a:lnTo>
                  <a:lnTo>
                    <a:pt x="1" y="2100"/>
                  </a:lnTo>
                  <a:cubicBezTo>
                    <a:pt x="206" y="1324"/>
                    <a:pt x="399" y="0"/>
                    <a:pt x="1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605;p42"/>
            <p:cNvSpPr/>
            <p:nvPr/>
          </p:nvSpPr>
          <p:spPr>
            <a:xfrm>
              <a:off x="5092234" y="4388958"/>
              <a:ext cx="153745" cy="76905"/>
            </a:xfrm>
            <a:custGeom>
              <a:avLst/>
              <a:gdLst/>
              <a:ahLst/>
              <a:cxnLst/>
              <a:rect l="l" t="t" r="r" b="b"/>
              <a:pathLst>
                <a:path w="3724" h="1863" extrusionOk="0">
                  <a:moveTo>
                    <a:pt x="1864" y="1"/>
                  </a:moveTo>
                  <a:cubicBezTo>
                    <a:pt x="2891" y="1"/>
                    <a:pt x="3724" y="834"/>
                    <a:pt x="3724" y="1862"/>
                  </a:cubicBezTo>
                  <a:lnTo>
                    <a:pt x="1" y="1862"/>
                  </a:lnTo>
                  <a:cubicBezTo>
                    <a:pt x="2" y="834"/>
                    <a:pt x="836" y="1"/>
                    <a:pt x="1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606;p42"/>
            <p:cNvSpPr/>
            <p:nvPr/>
          </p:nvSpPr>
          <p:spPr>
            <a:xfrm>
              <a:off x="5100615" y="4444854"/>
              <a:ext cx="139296" cy="13953"/>
            </a:xfrm>
            <a:custGeom>
              <a:avLst/>
              <a:gdLst/>
              <a:ahLst/>
              <a:cxnLst/>
              <a:rect l="l" t="t" r="r" b="b"/>
              <a:pathLst>
                <a:path w="3374" h="338" extrusionOk="0">
                  <a:moveTo>
                    <a:pt x="115" y="251"/>
                  </a:moveTo>
                  <a:cubicBezTo>
                    <a:pt x="47" y="244"/>
                    <a:pt x="0" y="184"/>
                    <a:pt x="8" y="115"/>
                  </a:cubicBezTo>
                  <a:cubicBezTo>
                    <a:pt x="15" y="47"/>
                    <a:pt x="75" y="0"/>
                    <a:pt x="141" y="7"/>
                  </a:cubicBezTo>
                  <a:cubicBezTo>
                    <a:pt x="661" y="63"/>
                    <a:pt x="1178" y="91"/>
                    <a:pt x="1692" y="91"/>
                  </a:cubicBezTo>
                  <a:cubicBezTo>
                    <a:pt x="2205" y="91"/>
                    <a:pt x="2719" y="63"/>
                    <a:pt x="3232" y="7"/>
                  </a:cubicBezTo>
                  <a:cubicBezTo>
                    <a:pt x="3299" y="0"/>
                    <a:pt x="3359" y="49"/>
                    <a:pt x="3367" y="115"/>
                  </a:cubicBezTo>
                  <a:cubicBezTo>
                    <a:pt x="3374" y="184"/>
                    <a:pt x="3325" y="244"/>
                    <a:pt x="3259" y="251"/>
                  </a:cubicBezTo>
                  <a:cubicBezTo>
                    <a:pt x="2740" y="308"/>
                    <a:pt x="2219" y="335"/>
                    <a:pt x="1693" y="335"/>
                  </a:cubicBezTo>
                  <a:cubicBezTo>
                    <a:pt x="1166" y="338"/>
                    <a:pt x="642" y="308"/>
                    <a:pt x="115" y="2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607;p42"/>
            <p:cNvSpPr/>
            <p:nvPr/>
          </p:nvSpPr>
          <p:spPr>
            <a:xfrm>
              <a:off x="5096197" y="3420973"/>
              <a:ext cx="201925" cy="209455"/>
            </a:xfrm>
            <a:custGeom>
              <a:avLst/>
              <a:gdLst/>
              <a:ahLst/>
              <a:cxnLst/>
              <a:rect l="l" t="t" r="r" b="b"/>
              <a:pathLst>
                <a:path w="4891" h="5074" extrusionOk="0">
                  <a:moveTo>
                    <a:pt x="714" y="573"/>
                  </a:moveTo>
                  <a:lnTo>
                    <a:pt x="714" y="573"/>
                  </a:lnTo>
                  <a:cubicBezTo>
                    <a:pt x="1364" y="0"/>
                    <a:pt x="2365" y="62"/>
                    <a:pt x="2938" y="712"/>
                  </a:cubicBezTo>
                  <a:lnTo>
                    <a:pt x="4318" y="2277"/>
                  </a:lnTo>
                  <a:cubicBezTo>
                    <a:pt x="4890" y="2926"/>
                    <a:pt x="4829" y="3928"/>
                    <a:pt x="4178" y="4501"/>
                  </a:cubicBezTo>
                  <a:lnTo>
                    <a:pt x="4178" y="4501"/>
                  </a:lnTo>
                  <a:cubicBezTo>
                    <a:pt x="3529" y="5074"/>
                    <a:pt x="2527" y="5010"/>
                    <a:pt x="1954" y="4362"/>
                  </a:cubicBezTo>
                  <a:lnTo>
                    <a:pt x="574" y="2797"/>
                  </a:lnTo>
                  <a:cubicBezTo>
                    <a:pt x="0" y="2146"/>
                    <a:pt x="62" y="1147"/>
                    <a:pt x="714" y="5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608;p42"/>
            <p:cNvSpPr/>
            <p:nvPr/>
          </p:nvSpPr>
          <p:spPr>
            <a:xfrm>
              <a:off x="5130544" y="3474062"/>
              <a:ext cx="428786" cy="421840"/>
            </a:xfrm>
            <a:custGeom>
              <a:avLst/>
              <a:gdLst/>
              <a:ahLst/>
              <a:cxnLst/>
              <a:rect l="l" t="t" r="r" b="b"/>
              <a:pathLst>
                <a:path w="10386" h="10219" extrusionOk="0">
                  <a:moveTo>
                    <a:pt x="2194" y="1932"/>
                  </a:moveTo>
                  <a:cubicBezTo>
                    <a:pt x="4387" y="0"/>
                    <a:pt x="7744" y="228"/>
                    <a:pt x="10385" y="3221"/>
                  </a:cubicBezTo>
                  <a:lnTo>
                    <a:pt x="2448" y="10219"/>
                  </a:lnTo>
                  <a:cubicBezTo>
                    <a:pt x="55" y="7507"/>
                    <a:pt x="1" y="3864"/>
                    <a:pt x="2194" y="19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609;p42"/>
            <p:cNvSpPr/>
            <p:nvPr/>
          </p:nvSpPr>
          <p:spPr>
            <a:xfrm>
              <a:off x="5209683" y="3582138"/>
              <a:ext cx="371565" cy="338620"/>
            </a:xfrm>
            <a:custGeom>
              <a:avLst/>
              <a:gdLst/>
              <a:ahLst/>
              <a:cxnLst/>
              <a:rect l="l" t="t" r="r" b="b"/>
              <a:pathLst>
                <a:path w="9000" h="8203" extrusionOk="0">
                  <a:moveTo>
                    <a:pt x="3540" y="3013"/>
                  </a:moveTo>
                  <a:cubicBezTo>
                    <a:pt x="5733" y="1081"/>
                    <a:pt x="7938" y="1"/>
                    <a:pt x="8468" y="603"/>
                  </a:cubicBezTo>
                  <a:cubicBezTo>
                    <a:pt x="9000" y="1202"/>
                    <a:pt x="7651" y="3257"/>
                    <a:pt x="5457" y="5190"/>
                  </a:cubicBezTo>
                  <a:cubicBezTo>
                    <a:pt x="3264" y="7122"/>
                    <a:pt x="1059" y="8203"/>
                    <a:pt x="528" y="7601"/>
                  </a:cubicBezTo>
                  <a:cubicBezTo>
                    <a:pt x="1" y="7000"/>
                    <a:pt x="1347" y="4948"/>
                    <a:pt x="3540" y="30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610;p42"/>
            <p:cNvSpPr/>
            <p:nvPr/>
          </p:nvSpPr>
          <p:spPr>
            <a:xfrm>
              <a:off x="5149989" y="3524963"/>
              <a:ext cx="108291" cy="365493"/>
            </a:xfrm>
            <a:custGeom>
              <a:avLst/>
              <a:gdLst/>
              <a:ahLst/>
              <a:cxnLst/>
              <a:rect l="l" t="t" r="r" b="b"/>
              <a:pathLst>
                <a:path w="2623" h="8854" extrusionOk="0">
                  <a:moveTo>
                    <a:pt x="1842" y="8639"/>
                  </a:moveTo>
                  <a:cubicBezTo>
                    <a:pt x="1884" y="8692"/>
                    <a:pt x="1877" y="8770"/>
                    <a:pt x="1824" y="8811"/>
                  </a:cubicBezTo>
                  <a:cubicBezTo>
                    <a:pt x="1771" y="8854"/>
                    <a:pt x="1693" y="8845"/>
                    <a:pt x="1652" y="8794"/>
                  </a:cubicBezTo>
                  <a:cubicBezTo>
                    <a:pt x="556" y="7436"/>
                    <a:pt x="10" y="5878"/>
                    <a:pt x="5" y="4419"/>
                  </a:cubicBezTo>
                  <a:cubicBezTo>
                    <a:pt x="1" y="2942"/>
                    <a:pt x="551" y="1569"/>
                    <a:pt x="1641" y="605"/>
                  </a:cubicBezTo>
                  <a:cubicBezTo>
                    <a:pt x="1762" y="499"/>
                    <a:pt x="1889" y="397"/>
                    <a:pt x="2019" y="301"/>
                  </a:cubicBezTo>
                  <a:cubicBezTo>
                    <a:pt x="2149" y="206"/>
                    <a:pt x="2281" y="118"/>
                    <a:pt x="2419" y="35"/>
                  </a:cubicBezTo>
                  <a:cubicBezTo>
                    <a:pt x="2477" y="0"/>
                    <a:pt x="2552" y="18"/>
                    <a:pt x="2588" y="76"/>
                  </a:cubicBezTo>
                  <a:cubicBezTo>
                    <a:pt x="2623" y="135"/>
                    <a:pt x="2604" y="212"/>
                    <a:pt x="2545" y="245"/>
                  </a:cubicBezTo>
                  <a:cubicBezTo>
                    <a:pt x="2416" y="323"/>
                    <a:pt x="2288" y="407"/>
                    <a:pt x="2163" y="499"/>
                  </a:cubicBezTo>
                  <a:cubicBezTo>
                    <a:pt x="2041" y="589"/>
                    <a:pt x="1921" y="686"/>
                    <a:pt x="1802" y="790"/>
                  </a:cubicBezTo>
                  <a:cubicBezTo>
                    <a:pt x="766" y="1705"/>
                    <a:pt x="245" y="3013"/>
                    <a:pt x="250" y="4419"/>
                  </a:cubicBezTo>
                  <a:cubicBezTo>
                    <a:pt x="255" y="5822"/>
                    <a:pt x="783" y="7327"/>
                    <a:pt x="1842" y="8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611;p42"/>
            <p:cNvSpPr/>
            <p:nvPr/>
          </p:nvSpPr>
          <p:spPr>
            <a:xfrm>
              <a:off x="5097684" y="3468530"/>
              <a:ext cx="84841" cy="138205"/>
            </a:xfrm>
            <a:custGeom>
              <a:avLst/>
              <a:gdLst/>
              <a:ahLst/>
              <a:cxnLst/>
              <a:rect l="l" t="t" r="r" b="b"/>
              <a:pathLst>
                <a:path w="2055" h="3348" extrusionOk="0">
                  <a:moveTo>
                    <a:pt x="2011" y="3130"/>
                  </a:moveTo>
                  <a:cubicBezTo>
                    <a:pt x="2055" y="3182"/>
                    <a:pt x="2050" y="3259"/>
                    <a:pt x="1999" y="3303"/>
                  </a:cubicBezTo>
                  <a:cubicBezTo>
                    <a:pt x="1948" y="3348"/>
                    <a:pt x="1871" y="3343"/>
                    <a:pt x="1827" y="3292"/>
                  </a:cubicBezTo>
                  <a:lnTo>
                    <a:pt x="447" y="1727"/>
                  </a:lnTo>
                  <a:cubicBezTo>
                    <a:pt x="249" y="1501"/>
                    <a:pt x="120" y="1237"/>
                    <a:pt x="61" y="962"/>
                  </a:cubicBezTo>
                  <a:cubicBezTo>
                    <a:pt x="1" y="677"/>
                    <a:pt x="14" y="378"/>
                    <a:pt x="101" y="100"/>
                  </a:cubicBezTo>
                  <a:cubicBezTo>
                    <a:pt x="120" y="37"/>
                    <a:pt x="189" y="0"/>
                    <a:pt x="252" y="20"/>
                  </a:cubicBezTo>
                  <a:cubicBezTo>
                    <a:pt x="317" y="40"/>
                    <a:pt x="353" y="108"/>
                    <a:pt x="333" y="172"/>
                  </a:cubicBezTo>
                  <a:cubicBezTo>
                    <a:pt x="259" y="411"/>
                    <a:pt x="249" y="665"/>
                    <a:pt x="300" y="911"/>
                  </a:cubicBezTo>
                  <a:cubicBezTo>
                    <a:pt x="350" y="1145"/>
                    <a:pt x="460" y="1370"/>
                    <a:pt x="629" y="15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612;p42"/>
            <p:cNvSpPr/>
            <p:nvPr/>
          </p:nvSpPr>
          <p:spPr>
            <a:xfrm>
              <a:off x="4899528" y="4520112"/>
              <a:ext cx="538191" cy="44830"/>
            </a:xfrm>
            <a:custGeom>
              <a:avLst/>
              <a:gdLst/>
              <a:ahLst/>
              <a:cxnLst/>
              <a:rect l="l" t="t" r="r" b="b"/>
              <a:pathLst>
                <a:path w="13036" h="1086" extrusionOk="0">
                  <a:moveTo>
                    <a:pt x="544" y="0"/>
                  </a:moveTo>
                  <a:lnTo>
                    <a:pt x="12493" y="0"/>
                  </a:lnTo>
                  <a:cubicBezTo>
                    <a:pt x="12793" y="0"/>
                    <a:pt x="13035" y="244"/>
                    <a:pt x="13035" y="542"/>
                  </a:cubicBezTo>
                  <a:lnTo>
                    <a:pt x="13035" y="542"/>
                  </a:lnTo>
                  <a:cubicBezTo>
                    <a:pt x="13035" y="842"/>
                    <a:pt x="12790" y="1085"/>
                    <a:pt x="12493" y="1085"/>
                  </a:cubicBezTo>
                  <a:lnTo>
                    <a:pt x="544" y="1085"/>
                  </a:lnTo>
                  <a:cubicBezTo>
                    <a:pt x="247" y="1085"/>
                    <a:pt x="2" y="842"/>
                    <a:pt x="2" y="542"/>
                  </a:cubicBezTo>
                  <a:lnTo>
                    <a:pt x="2" y="542"/>
                  </a:lnTo>
                  <a:cubicBezTo>
                    <a:pt x="1" y="243"/>
                    <a:pt x="247" y="0"/>
                    <a:pt x="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613;p42"/>
            <p:cNvSpPr/>
            <p:nvPr/>
          </p:nvSpPr>
          <p:spPr>
            <a:xfrm>
              <a:off x="5319866" y="3661607"/>
              <a:ext cx="143672" cy="136472"/>
            </a:xfrm>
            <a:custGeom>
              <a:avLst/>
              <a:gdLst/>
              <a:ahLst/>
              <a:cxnLst/>
              <a:rect l="l" t="t" r="r" b="b"/>
              <a:pathLst>
                <a:path w="3480" h="3306" extrusionOk="0">
                  <a:moveTo>
                    <a:pt x="2822" y="1"/>
                  </a:moveTo>
                  <a:cubicBezTo>
                    <a:pt x="2291" y="347"/>
                    <a:pt x="1718" y="782"/>
                    <a:pt x="1150" y="1285"/>
                  </a:cubicBezTo>
                  <a:cubicBezTo>
                    <a:pt x="726" y="1658"/>
                    <a:pt x="340" y="2037"/>
                    <a:pt x="1" y="2407"/>
                  </a:cubicBezTo>
                  <a:cubicBezTo>
                    <a:pt x="206" y="2741"/>
                    <a:pt x="515" y="3010"/>
                    <a:pt x="882" y="3163"/>
                  </a:cubicBezTo>
                  <a:cubicBezTo>
                    <a:pt x="1103" y="3254"/>
                    <a:pt x="1348" y="3305"/>
                    <a:pt x="1602" y="3305"/>
                  </a:cubicBezTo>
                  <a:cubicBezTo>
                    <a:pt x="2640" y="3305"/>
                    <a:pt x="3480" y="2465"/>
                    <a:pt x="3480" y="1427"/>
                  </a:cubicBezTo>
                  <a:cubicBezTo>
                    <a:pt x="3480" y="1256"/>
                    <a:pt x="3456" y="1088"/>
                    <a:pt x="3412" y="928"/>
                  </a:cubicBezTo>
                  <a:cubicBezTo>
                    <a:pt x="3311" y="564"/>
                    <a:pt x="3103" y="24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"/>
          <p:cNvSpPr txBox="1">
            <a:spLocks noGrp="1"/>
          </p:cNvSpPr>
          <p:nvPr>
            <p:ph type="title"/>
          </p:nvPr>
        </p:nvSpPr>
        <p:spPr>
          <a:xfrm>
            <a:off x="1499450" y="618485"/>
            <a:ext cx="61452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5400" dirty="0">
                <a:solidFill>
                  <a:srgbClr val="003366"/>
                </a:solidFill>
              </a:rPr>
              <a:t>Objective</a:t>
            </a:r>
          </a:p>
        </p:txBody>
      </p:sp>
      <p:sp>
        <p:nvSpPr>
          <p:cNvPr id="596" name="Google Shape;596;p42"/>
          <p:cNvSpPr txBox="1">
            <a:spLocks noGrp="1"/>
          </p:cNvSpPr>
          <p:nvPr>
            <p:ph type="subTitle" idx="1"/>
          </p:nvPr>
        </p:nvSpPr>
        <p:spPr>
          <a:xfrm>
            <a:off x="2041544" y="1708622"/>
            <a:ext cx="7102456" cy="27842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dirty="0" smtClean="0"/>
              <a:t>Predict risk early</a:t>
            </a:r>
          </a:p>
          <a:p>
            <a:pPr marL="482600" indent="-34290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dirty="0" smtClean="0"/>
              <a:t>Use multi-factor features</a:t>
            </a:r>
          </a:p>
          <a:p>
            <a:pPr marL="139700" indent="0" algn="l">
              <a:defRPr sz="2000">
                <a:solidFill>
                  <a:srgbClr val="000000"/>
                </a:solidFill>
              </a:defRPr>
            </a:pPr>
            <a:r>
              <a:rPr lang="en-US" sz="18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[</a:t>
            </a:r>
            <a:r>
              <a:rPr 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mobile phone usage patterns, sleep duration, stress levels, and chronic illness status      </a:t>
            </a:r>
          </a:p>
          <a:p>
            <a:pPr marL="139700" indent="0" algn="l">
              <a:defRPr sz="2000">
                <a:solidFill>
                  <a:srgbClr val="000000"/>
                </a:solidFill>
              </a:defRPr>
            </a:pPr>
            <a:r>
              <a:rPr 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integration of health and </a:t>
            </a:r>
            <a:r>
              <a:rPr lang="en-US" sz="1200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behavioural</a:t>
            </a:r>
            <a:r>
              <a:rPr 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indicators alongside traditional attendance and </a:t>
            </a:r>
          </a:p>
          <a:p>
            <a:pPr marL="139700" indent="0" algn="l">
              <a:defRPr sz="2000">
                <a:solidFill>
                  <a:srgbClr val="000000"/>
                </a:solidFill>
              </a:defRPr>
            </a:pPr>
            <a:r>
              <a:rPr lang="en-US" sz="12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socio-economic data</a:t>
            </a:r>
            <a:r>
              <a:rPr lang="en-US" sz="18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</a:p>
          <a:p>
            <a:pPr marL="482600" indent="-34290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dirty="0" smtClean="0"/>
              <a:t>Enable </a:t>
            </a:r>
            <a:r>
              <a:rPr lang="en-US" dirty="0"/>
              <a:t>targeted </a:t>
            </a:r>
            <a:r>
              <a:rPr lang="en-US" dirty="0" smtClean="0"/>
              <a:t>intervention</a:t>
            </a: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[</a:t>
            </a:r>
            <a:r>
              <a:rPr lang="en-US" altLang="en-US" sz="105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A student with </a:t>
            </a:r>
            <a:r>
              <a:rPr lang="en-US" altLang="en-US" sz="105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high mobile usage + low </a:t>
            </a:r>
            <a:r>
              <a:rPr lang="en-US" altLang="en-US" sz="105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sleep </a:t>
            </a:r>
            <a:r>
              <a:rPr lang="en-US" altLang="en-US" sz="105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→ </a:t>
            </a:r>
            <a:r>
              <a:rPr lang="en-US" altLang="en-US" sz="105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Provide </a:t>
            </a:r>
            <a:r>
              <a:rPr lang="en-US" altLang="en-US" sz="105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counseling </a:t>
            </a:r>
            <a:r>
              <a:rPr lang="en-US" altLang="en-US" sz="105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+ time management </a:t>
            </a:r>
            <a:r>
              <a:rPr lang="en-US" altLang="en-US" sz="105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guidance    </a:t>
            </a: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5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          </a:t>
            </a:r>
            <a:r>
              <a:rPr lang="en-US" altLang="en-US" sz="105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A </a:t>
            </a:r>
            <a:r>
              <a:rPr lang="en-US" altLang="en-US" sz="105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student with </a:t>
            </a:r>
            <a:r>
              <a:rPr lang="en-US" altLang="en-US" sz="105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low family income + poor study </a:t>
            </a:r>
            <a:r>
              <a:rPr lang="en-US" altLang="en-US" sz="105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environment </a:t>
            </a:r>
            <a:r>
              <a:rPr lang="en-US" altLang="en-US" sz="105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→ </a:t>
            </a:r>
            <a:r>
              <a:rPr lang="en-US" altLang="en-US" sz="105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Provide </a:t>
            </a:r>
            <a:r>
              <a:rPr lang="en-US" altLang="en-US" sz="105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financial aid or </a:t>
            </a:r>
            <a:r>
              <a:rPr lang="en-US" altLang="en-US" sz="105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resources</a:t>
            </a:r>
            <a:r>
              <a:rPr lang="en-US" sz="14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  <a:endParaRPr lang="en-US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14" name="Google Shape;614;p42"/>
          <p:cNvGrpSpPr/>
          <p:nvPr/>
        </p:nvGrpSpPr>
        <p:grpSpPr>
          <a:xfrm>
            <a:off x="6977114" y="722167"/>
            <a:ext cx="633142" cy="768105"/>
            <a:chOff x="7168579" y="1778023"/>
            <a:chExt cx="411693" cy="491084"/>
          </a:xfrm>
        </p:grpSpPr>
        <p:sp>
          <p:nvSpPr>
            <p:cNvPr id="615" name="Google Shape;615;p42"/>
            <p:cNvSpPr/>
            <p:nvPr/>
          </p:nvSpPr>
          <p:spPr>
            <a:xfrm>
              <a:off x="7168579" y="2098002"/>
              <a:ext cx="171250" cy="171106"/>
            </a:xfrm>
            <a:custGeom>
              <a:avLst/>
              <a:gdLst/>
              <a:ahLst/>
              <a:cxnLst/>
              <a:rect l="l" t="t" r="r" b="b"/>
              <a:pathLst>
                <a:path w="4148" h="4145" extrusionOk="0">
                  <a:moveTo>
                    <a:pt x="2978" y="497"/>
                  </a:moveTo>
                  <a:cubicBezTo>
                    <a:pt x="3847" y="996"/>
                    <a:pt x="4148" y="2104"/>
                    <a:pt x="3649" y="2975"/>
                  </a:cubicBezTo>
                  <a:cubicBezTo>
                    <a:pt x="3150" y="3844"/>
                    <a:pt x="2041" y="4145"/>
                    <a:pt x="1172" y="3645"/>
                  </a:cubicBezTo>
                  <a:cubicBezTo>
                    <a:pt x="302" y="3146"/>
                    <a:pt x="1" y="2038"/>
                    <a:pt x="500" y="1169"/>
                  </a:cubicBezTo>
                  <a:cubicBezTo>
                    <a:pt x="997" y="300"/>
                    <a:pt x="2107" y="0"/>
                    <a:pt x="2978" y="4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2"/>
            <p:cNvSpPr/>
            <p:nvPr/>
          </p:nvSpPr>
          <p:spPr>
            <a:xfrm>
              <a:off x="7191904" y="1778023"/>
              <a:ext cx="388368" cy="442728"/>
            </a:xfrm>
            <a:custGeom>
              <a:avLst/>
              <a:gdLst/>
              <a:ahLst/>
              <a:cxnLst/>
              <a:rect l="l" t="t" r="r" b="b"/>
              <a:pathLst>
                <a:path w="9407" h="10725" extrusionOk="0">
                  <a:moveTo>
                    <a:pt x="6680" y="1160"/>
                  </a:moveTo>
                  <a:cubicBezTo>
                    <a:pt x="8705" y="2320"/>
                    <a:pt x="9406" y="4900"/>
                    <a:pt x="8247" y="6926"/>
                  </a:cubicBezTo>
                  <a:cubicBezTo>
                    <a:pt x="7507" y="8217"/>
                    <a:pt x="6191" y="8970"/>
                    <a:pt x="4809" y="9045"/>
                  </a:cubicBezTo>
                  <a:cubicBezTo>
                    <a:pt x="4408" y="9067"/>
                    <a:pt x="4211" y="9058"/>
                    <a:pt x="4066" y="9133"/>
                  </a:cubicBezTo>
                  <a:cubicBezTo>
                    <a:pt x="3875" y="9230"/>
                    <a:pt x="3918" y="9221"/>
                    <a:pt x="3546" y="9867"/>
                  </a:cubicBezTo>
                  <a:cubicBezTo>
                    <a:pt x="3057" y="10724"/>
                    <a:pt x="1" y="8889"/>
                    <a:pt x="456" y="8096"/>
                  </a:cubicBezTo>
                  <a:cubicBezTo>
                    <a:pt x="776" y="7540"/>
                    <a:pt x="798" y="7497"/>
                    <a:pt x="848" y="7252"/>
                  </a:cubicBezTo>
                  <a:cubicBezTo>
                    <a:pt x="896" y="7006"/>
                    <a:pt x="830" y="6812"/>
                    <a:pt x="682" y="6455"/>
                  </a:cubicBezTo>
                  <a:cubicBezTo>
                    <a:pt x="195" y="5285"/>
                    <a:pt x="234" y="3910"/>
                    <a:pt x="914" y="2725"/>
                  </a:cubicBezTo>
                  <a:cubicBezTo>
                    <a:pt x="2075" y="700"/>
                    <a:pt x="4657" y="0"/>
                    <a:pt x="6680" y="1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2"/>
            <p:cNvSpPr/>
            <p:nvPr/>
          </p:nvSpPr>
          <p:spPr>
            <a:xfrm>
              <a:off x="7233145" y="1888618"/>
              <a:ext cx="248453" cy="308774"/>
            </a:xfrm>
            <a:custGeom>
              <a:avLst/>
              <a:gdLst/>
              <a:ahLst/>
              <a:cxnLst/>
              <a:rect l="l" t="t" r="r" b="b"/>
              <a:pathLst>
                <a:path w="6018" h="7480" extrusionOk="0">
                  <a:moveTo>
                    <a:pt x="245" y="6601"/>
                  </a:moveTo>
                  <a:cubicBezTo>
                    <a:pt x="209" y="6658"/>
                    <a:pt x="132" y="6675"/>
                    <a:pt x="76" y="6639"/>
                  </a:cubicBezTo>
                  <a:cubicBezTo>
                    <a:pt x="19" y="6602"/>
                    <a:pt x="0" y="6527"/>
                    <a:pt x="37" y="6470"/>
                  </a:cubicBezTo>
                  <a:cubicBezTo>
                    <a:pt x="43" y="6461"/>
                    <a:pt x="1116" y="4768"/>
                    <a:pt x="1975" y="3174"/>
                  </a:cubicBezTo>
                  <a:cubicBezTo>
                    <a:pt x="1757" y="2963"/>
                    <a:pt x="1575" y="2731"/>
                    <a:pt x="1452" y="2483"/>
                  </a:cubicBezTo>
                  <a:cubicBezTo>
                    <a:pt x="1348" y="2273"/>
                    <a:pt x="1282" y="2057"/>
                    <a:pt x="1268" y="1837"/>
                  </a:cubicBezTo>
                  <a:cubicBezTo>
                    <a:pt x="1233" y="1275"/>
                    <a:pt x="1493" y="761"/>
                    <a:pt x="1831" y="426"/>
                  </a:cubicBezTo>
                  <a:lnTo>
                    <a:pt x="1838" y="419"/>
                  </a:lnTo>
                  <a:cubicBezTo>
                    <a:pt x="1986" y="273"/>
                    <a:pt x="2151" y="162"/>
                    <a:pt x="2317" y="93"/>
                  </a:cubicBezTo>
                  <a:cubicBezTo>
                    <a:pt x="2488" y="22"/>
                    <a:pt x="2663" y="0"/>
                    <a:pt x="2817" y="39"/>
                  </a:cubicBezTo>
                  <a:cubicBezTo>
                    <a:pt x="2988" y="81"/>
                    <a:pt x="3131" y="193"/>
                    <a:pt x="3222" y="391"/>
                  </a:cubicBezTo>
                  <a:cubicBezTo>
                    <a:pt x="3394" y="759"/>
                    <a:pt x="2902" y="1904"/>
                    <a:pt x="2271" y="3114"/>
                  </a:cubicBezTo>
                  <a:cubicBezTo>
                    <a:pt x="2434" y="3255"/>
                    <a:pt x="2618" y="3384"/>
                    <a:pt x="2810" y="3496"/>
                  </a:cubicBezTo>
                  <a:cubicBezTo>
                    <a:pt x="3002" y="3606"/>
                    <a:pt x="3206" y="3700"/>
                    <a:pt x="3412" y="3769"/>
                  </a:cubicBezTo>
                  <a:cubicBezTo>
                    <a:pt x="4137" y="2613"/>
                    <a:pt x="4877" y="1611"/>
                    <a:pt x="5281" y="1573"/>
                  </a:cubicBezTo>
                  <a:cubicBezTo>
                    <a:pt x="5496" y="1552"/>
                    <a:pt x="5665" y="1618"/>
                    <a:pt x="5788" y="1744"/>
                  </a:cubicBezTo>
                  <a:cubicBezTo>
                    <a:pt x="5900" y="1859"/>
                    <a:pt x="5968" y="2020"/>
                    <a:pt x="5994" y="2205"/>
                  </a:cubicBezTo>
                  <a:cubicBezTo>
                    <a:pt x="6018" y="2381"/>
                    <a:pt x="6004" y="2580"/>
                    <a:pt x="5956" y="2782"/>
                  </a:cubicBezTo>
                  <a:cubicBezTo>
                    <a:pt x="5840" y="3246"/>
                    <a:pt x="5526" y="3734"/>
                    <a:pt x="5019" y="3990"/>
                  </a:cubicBezTo>
                  <a:cubicBezTo>
                    <a:pt x="4821" y="4090"/>
                    <a:pt x="4601" y="4145"/>
                    <a:pt x="4367" y="4159"/>
                  </a:cubicBezTo>
                  <a:cubicBezTo>
                    <a:pt x="4093" y="4177"/>
                    <a:pt x="3799" y="4140"/>
                    <a:pt x="3507" y="4056"/>
                  </a:cubicBezTo>
                  <a:cubicBezTo>
                    <a:pt x="2565" y="5604"/>
                    <a:pt x="1649" y="7386"/>
                    <a:pt x="1643" y="7395"/>
                  </a:cubicBezTo>
                  <a:cubicBezTo>
                    <a:pt x="1612" y="7455"/>
                    <a:pt x="1539" y="7480"/>
                    <a:pt x="1478" y="7448"/>
                  </a:cubicBezTo>
                  <a:cubicBezTo>
                    <a:pt x="1417" y="7417"/>
                    <a:pt x="1393" y="7343"/>
                    <a:pt x="1424" y="7283"/>
                  </a:cubicBezTo>
                  <a:cubicBezTo>
                    <a:pt x="1430" y="7273"/>
                    <a:pt x="2322" y="5539"/>
                    <a:pt x="3280" y="3985"/>
                  </a:cubicBezTo>
                  <a:cubicBezTo>
                    <a:pt x="3079" y="3914"/>
                    <a:pt x="2877" y="3820"/>
                    <a:pt x="2690" y="3712"/>
                  </a:cubicBezTo>
                  <a:cubicBezTo>
                    <a:pt x="2500" y="3604"/>
                    <a:pt x="2318" y="3477"/>
                    <a:pt x="2154" y="3339"/>
                  </a:cubicBezTo>
                  <a:cubicBezTo>
                    <a:pt x="1296" y="4945"/>
                    <a:pt x="250" y="6592"/>
                    <a:pt x="245" y="6601"/>
                  </a:cubicBezTo>
                  <a:close/>
                  <a:moveTo>
                    <a:pt x="2096" y="2947"/>
                  </a:moveTo>
                  <a:cubicBezTo>
                    <a:pt x="2687" y="1825"/>
                    <a:pt x="3140" y="796"/>
                    <a:pt x="2999" y="489"/>
                  </a:cubicBezTo>
                  <a:cubicBezTo>
                    <a:pt x="2942" y="367"/>
                    <a:pt x="2855" y="297"/>
                    <a:pt x="2757" y="273"/>
                  </a:cubicBezTo>
                  <a:cubicBezTo>
                    <a:pt x="2654" y="247"/>
                    <a:pt x="2532" y="266"/>
                    <a:pt x="2408" y="317"/>
                  </a:cubicBezTo>
                  <a:cubicBezTo>
                    <a:pt x="2274" y="372"/>
                    <a:pt x="2135" y="467"/>
                    <a:pt x="2008" y="592"/>
                  </a:cubicBezTo>
                  <a:lnTo>
                    <a:pt x="2002" y="598"/>
                  </a:lnTo>
                  <a:cubicBezTo>
                    <a:pt x="1707" y="890"/>
                    <a:pt x="1483" y="1335"/>
                    <a:pt x="1512" y="1821"/>
                  </a:cubicBezTo>
                  <a:cubicBezTo>
                    <a:pt x="1524" y="2007"/>
                    <a:pt x="1581" y="2192"/>
                    <a:pt x="1671" y="2373"/>
                  </a:cubicBezTo>
                  <a:cubicBezTo>
                    <a:pt x="1773" y="2574"/>
                    <a:pt x="1920" y="2769"/>
                    <a:pt x="2096" y="2947"/>
                  </a:cubicBezTo>
                  <a:close/>
                  <a:moveTo>
                    <a:pt x="3641" y="3833"/>
                  </a:moveTo>
                  <a:cubicBezTo>
                    <a:pt x="3883" y="3895"/>
                    <a:pt x="4125" y="3923"/>
                    <a:pt x="4353" y="3908"/>
                  </a:cubicBezTo>
                  <a:cubicBezTo>
                    <a:pt x="4555" y="3895"/>
                    <a:pt x="4742" y="3849"/>
                    <a:pt x="4909" y="3767"/>
                  </a:cubicBezTo>
                  <a:cubicBezTo>
                    <a:pt x="5344" y="3547"/>
                    <a:pt x="5618" y="3123"/>
                    <a:pt x="5717" y="2719"/>
                  </a:cubicBezTo>
                  <a:cubicBezTo>
                    <a:pt x="5759" y="2547"/>
                    <a:pt x="5772" y="2380"/>
                    <a:pt x="5752" y="2235"/>
                  </a:cubicBezTo>
                  <a:cubicBezTo>
                    <a:pt x="5733" y="2101"/>
                    <a:pt x="5687" y="1987"/>
                    <a:pt x="5614" y="1912"/>
                  </a:cubicBezTo>
                  <a:cubicBezTo>
                    <a:pt x="5542" y="1838"/>
                    <a:pt x="5439" y="1800"/>
                    <a:pt x="5304" y="1813"/>
                  </a:cubicBezTo>
                  <a:cubicBezTo>
                    <a:pt x="4968" y="1844"/>
                    <a:pt x="4309" y="2754"/>
                    <a:pt x="3641" y="38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2"/>
            <p:cNvSpPr/>
            <p:nvPr/>
          </p:nvSpPr>
          <p:spPr>
            <a:xfrm>
              <a:off x="7170396" y="2089869"/>
              <a:ext cx="189581" cy="152819"/>
            </a:xfrm>
            <a:custGeom>
              <a:avLst/>
              <a:gdLst/>
              <a:ahLst/>
              <a:cxnLst/>
              <a:rect l="l" t="t" r="r" b="b"/>
              <a:pathLst>
                <a:path w="4592" h="3702" extrusionOk="0">
                  <a:moveTo>
                    <a:pt x="4118" y="1928"/>
                  </a:moveTo>
                  <a:cubicBezTo>
                    <a:pt x="4293" y="1881"/>
                    <a:pt x="4474" y="1984"/>
                    <a:pt x="4521" y="2160"/>
                  </a:cubicBezTo>
                  <a:cubicBezTo>
                    <a:pt x="4591" y="2418"/>
                    <a:pt x="4393" y="2552"/>
                    <a:pt x="4179" y="2584"/>
                  </a:cubicBezTo>
                  <a:cubicBezTo>
                    <a:pt x="4323" y="2800"/>
                    <a:pt x="4185" y="3038"/>
                    <a:pt x="3948" y="3091"/>
                  </a:cubicBezTo>
                  <a:cubicBezTo>
                    <a:pt x="4025" y="3273"/>
                    <a:pt x="3925" y="3481"/>
                    <a:pt x="3731" y="3534"/>
                  </a:cubicBezTo>
                  <a:cubicBezTo>
                    <a:pt x="3114" y="3701"/>
                    <a:pt x="2153" y="3263"/>
                    <a:pt x="1632" y="2957"/>
                  </a:cubicBezTo>
                  <a:cubicBezTo>
                    <a:pt x="909" y="2533"/>
                    <a:pt x="443" y="2187"/>
                    <a:pt x="89" y="1432"/>
                  </a:cubicBezTo>
                  <a:cubicBezTo>
                    <a:pt x="1" y="1244"/>
                    <a:pt x="171" y="1039"/>
                    <a:pt x="360" y="1014"/>
                  </a:cubicBezTo>
                  <a:cubicBezTo>
                    <a:pt x="281" y="779"/>
                    <a:pt x="426" y="542"/>
                    <a:pt x="682" y="557"/>
                  </a:cubicBezTo>
                  <a:cubicBezTo>
                    <a:pt x="601" y="359"/>
                    <a:pt x="617" y="125"/>
                    <a:pt x="867" y="52"/>
                  </a:cubicBezTo>
                  <a:cubicBezTo>
                    <a:pt x="1040" y="1"/>
                    <a:pt x="1224" y="98"/>
                    <a:pt x="1275" y="272"/>
                  </a:cubicBezTo>
                  <a:cubicBezTo>
                    <a:pt x="1388" y="692"/>
                    <a:pt x="2165" y="1210"/>
                    <a:pt x="2520" y="1419"/>
                  </a:cubicBezTo>
                  <a:cubicBezTo>
                    <a:pt x="3120" y="1771"/>
                    <a:pt x="3765" y="2013"/>
                    <a:pt x="4098" y="19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2"/>
            <p:cNvSpPr/>
            <p:nvPr/>
          </p:nvSpPr>
          <p:spPr>
            <a:xfrm>
              <a:off x="7218118" y="1796931"/>
              <a:ext cx="225499" cy="112694"/>
            </a:xfrm>
            <a:custGeom>
              <a:avLst/>
              <a:gdLst/>
              <a:ahLst/>
              <a:cxnLst/>
              <a:rect l="l" t="t" r="r" b="b"/>
              <a:pathLst>
                <a:path w="5462" h="2730" extrusionOk="0">
                  <a:moveTo>
                    <a:pt x="5363" y="292"/>
                  </a:moveTo>
                  <a:cubicBezTo>
                    <a:pt x="5427" y="314"/>
                    <a:pt x="5461" y="386"/>
                    <a:pt x="5439" y="449"/>
                  </a:cubicBezTo>
                  <a:cubicBezTo>
                    <a:pt x="5417" y="514"/>
                    <a:pt x="5345" y="548"/>
                    <a:pt x="5280" y="526"/>
                  </a:cubicBezTo>
                  <a:cubicBezTo>
                    <a:pt x="4759" y="338"/>
                    <a:pt x="4265" y="250"/>
                    <a:pt x="3795" y="247"/>
                  </a:cubicBezTo>
                  <a:cubicBezTo>
                    <a:pt x="3306" y="244"/>
                    <a:pt x="2845" y="335"/>
                    <a:pt x="2415" y="507"/>
                  </a:cubicBezTo>
                  <a:cubicBezTo>
                    <a:pt x="1960" y="689"/>
                    <a:pt x="1552" y="947"/>
                    <a:pt x="1192" y="1298"/>
                  </a:cubicBezTo>
                  <a:cubicBezTo>
                    <a:pt x="831" y="1647"/>
                    <a:pt x="517" y="2092"/>
                    <a:pt x="250" y="2643"/>
                  </a:cubicBezTo>
                  <a:cubicBezTo>
                    <a:pt x="220" y="2703"/>
                    <a:pt x="147" y="2729"/>
                    <a:pt x="85" y="2700"/>
                  </a:cubicBezTo>
                  <a:cubicBezTo>
                    <a:pt x="25" y="2671"/>
                    <a:pt x="0" y="2597"/>
                    <a:pt x="29" y="2537"/>
                  </a:cubicBezTo>
                  <a:cubicBezTo>
                    <a:pt x="310" y="1960"/>
                    <a:pt x="640" y="1495"/>
                    <a:pt x="1022" y="1123"/>
                  </a:cubicBezTo>
                  <a:cubicBezTo>
                    <a:pt x="1405" y="750"/>
                    <a:pt x="1838" y="476"/>
                    <a:pt x="2322" y="281"/>
                  </a:cubicBezTo>
                  <a:cubicBezTo>
                    <a:pt x="2782" y="97"/>
                    <a:pt x="3275" y="0"/>
                    <a:pt x="3796" y="2"/>
                  </a:cubicBezTo>
                  <a:cubicBezTo>
                    <a:pt x="4294" y="2"/>
                    <a:pt x="4817" y="96"/>
                    <a:pt x="5363" y="2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2"/>
            <p:cNvSpPr/>
            <p:nvPr/>
          </p:nvSpPr>
          <p:spPr>
            <a:xfrm>
              <a:off x="7360089" y="2004043"/>
              <a:ext cx="195195" cy="151745"/>
            </a:xfrm>
            <a:custGeom>
              <a:avLst/>
              <a:gdLst/>
              <a:ahLst/>
              <a:cxnLst/>
              <a:rect l="l" t="t" r="r" b="b"/>
              <a:pathLst>
                <a:path w="4728" h="3676" extrusionOk="0">
                  <a:moveTo>
                    <a:pt x="122" y="3652"/>
                  </a:moveTo>
                  <a:cubicBezTo>
                    <a:pt x="55" y="3650"/>
                    <a:pt x="1" y="3595"/>
                    <a:pt x="4" y="3527"/>
                  </a:cubicBezTo>
                  <a:cubicBezTo>
                    <a:pt x="5" y="3460"/>
                    <a:pt x="59" y="3405"/>
                    <a:pt x="128" y="3408"/>
                  </a:cubicBezTo>
                  <a:cubicBezTo>
                    <a:pt x="1259" y="3432"/>
                    <a:pt x="2173" y="3131"/>
                    <a:pt x="2882" y="2593"/>
                  </a:cubicBezTo>
                  <a:cubicBezTo>
                    <a:pt x="3653" y="2008"/>
                    <a:pt x="4182" y="1140"/>
                    <a:pt x="4475" y="104"/>
                  </a:cubicBezTo>
                  <a:cubicBezTo>
                    <a:pt x="4493" y="38"/>
                    <a:pt x="4562" y="1"/>
                    <a:pt x="4625" y="19"/>
                  </a:cubicBezTo>
                  <a:cubicBezTo>
                    <a:pt x="4691" y="38"/>
                    <a:pt x="4728" y="105"/>
                    <a:pt x="4710" y="170"/>
                  </a:cubicBezTo>
                  <a:cubicBezTo>
                    <a:pt x="4402" y="1255"/>
                    <a:pt x="3844" y="2168"/>
                    <a:pt x="3029" y="2787"/>
                  </a:cubicBezTo>
                  <a:cubicBezTo>
                    <a:pt x="2279" y="3357"/>
                    <a:pt x="1310" y="3675"/>
                    <a:pt x="122" y="36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576;p73"/>
          <p:cNvGrpSpPr/>
          <p:nvPr/>
        </p:nvGrpSpPr>
        <p:grpSpPr>
          <a:xfrm>
            <a:off x="156330" y="2861814"/>
            <a:ext cx="2508789" cy="1994395"/>
            <a:chOff x="4543907" y="2016637"/>
            <a:chExt cx="3328875" cy="2646335"/>
          </a:xfrm>
        </p:grpSpPr>
        <p:sp>
          <p:nvSpPr>
            <p:cNvPr id="29" name="Google Shape;1577;p73"/>
            <p:cNvSpPr/>
            <p:nvPr/>
          </p:nvSpPr>
          <p:spPr>
            <a:xfrm>
              <a:off x="6057497" y="3465434"/>
              <a:ext cx="377645" cy="785915"/>
            </a:xfrm>
            <a:custGeom>
              <a:avLst/>
              <a:gdLst/>
              <a:ahLst/>
              <a:cxnLst/>
              <a:rect l="l" t="t" r="r" b="b"/>
              <a:pathLst>
                <a:path w="19939" h="41495" extrusionOk="0">
                  <a:moveTo>
                    <a:pt x="1" y="30759"/>
                  </a:moveTo>
                  <a:cubicBezTo>
                    <a:pt x="1" y="32019"/>
                    <a:pt x="6779" y="41495"/>
                    <a:pt x="12895" y="31990"/>
                  </a:cubicBezTo>
                  <a:cubicBezTo>
                    <a:pt x="17919" y="24182"/>
                    <a:pt x="18030" y="15392"/>
                    <a:pt x="19939" y="4628"/>
                  </a:cubicBezTo>
                  <a:lnTo>
                    <a:pt x="6215" y="0"/>
                  </a:lnTo>
                  <a:lnTo>
                    <a:pt x="1767" y="13393"/>
                  </a:ln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78;p73"/>
            <p:cNvSpPr/>
            <p:nvPr/>
          </p:nvSpPr>
          <p:spPr>
            <a:xfrm>
              <a:off x="6068274" y="3663414"/>
              <a:ext cx="321336" cy="303305"/>
            </a:xfrm>
            <a:custGeom>
              <a:avLst/>
              <a:gdLst/>
              <a:ahLst/>
              <a:cxnLst/>
              <a:rect l="l" t="t" r="r" b="b"/>
              <a:pathLst>
                <a:path w="16966" h="16014" extrusionOk="0">
                  <a:moveTo>
                    <a:pt x="15081" y="16014"/>
                  </a:moveTo>
                  <a:cubicBezTo>
                    <a:pt x="15899" y="13835"/>
                    <a:pt x="16488" y="11574"/>
                    <a:pt x="16966" y="9215"/>
                  </a:cubicBezTo>
                  <a:cubicBezTo>
                    <a:pt x="11443" y="6002"/>
                    <a:pt x="0" y="1"/>
                    <a:pt x="2445" y="3770"/>
                  </a:cubicBezTo>
                  <a:cubicBezTo>
                    <a:pt x="6705" y="5659"/>
                    <a:pt x="12228" y="9416"/>
                    <a:pt x="15081" y="16014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79;p73"/>
            <p:cNvSpPr/>
            <p:nvPr/>
          </p:nvSpPr>
          <p:spPr>
            <a:xfrm>
              <a:off x="6086153" y="2900113"/>
              <a:ext cx="1499366" cy="1637893"/>
            </a:xfrm>
            <a:custGeom>
              <a:avLst/>
              <a:gdLst/>
              <a:ahLst/>
              <a:cxnLst/>
              <a:rect l="l" t="t" r="r" b="b"/>
              <a:pathLst>
                <a:path w="79164" h="86478" extrusionOk="0">
                  <a:moveTo>
                    <a:pt x="15082" y="53069"/>
                  </a:moveTo>
                  <a:cubicBezTo>
                    <a:pt x="15221" y="53948"/>
                    <a:pt x="16361" y="47987"/>
                    <a:pt x="16488" y="48895"/>
                  </a:cubicBezTo>
                  <a:cubicBezTo>
                    <a:pt x="18017" y="59659"/>
                    <a:pt x="18696" y="72013"/>
                    <a:pt x="16067" y="85292"/>
                  </a:cubicBezTo>
                  <a:lnTo>
                    <a:pt x="79163" y="86477"/>
                  </a:lnTo>
                  <a:cubicBezTo>
                    <a:pt x="77855" y="52198"/>
                    <a:pt x="72708" y="16222"/>
                    <a:pt x="56249" y="5389"/>
                  </a:cubicBezTo>
                  <a:cubicBezTo>
                    <a:pt x="53056" y="4951"/>
                    <a:pt x="50048" y="4457"/>
                    <a:pt x="47194" y="4019"/>
                  </a:cubicBezTo>
                  <a:cubicBezTo>
                    <a:pt x="46605" y="3933"/>
                    <a:pt x="46360" y="1"/>
                    <a:pt x="42108" y="1"/>
                  </a:cubicBezTo>
                  <a:cubicBezTo>
                    <a:pt x="35625" y="1"/>
                    <a:pt x="33372" y="2343"/>
                    <a:pt x="27992" y="3684"/>
                  </a:cubicBezTo>
                  <a:cubicBezTo>
                    <a:pt x="27260" y="3868"/>
                    <a:pt x="25449" y="7494"/>
                    <a:pt x="24742" y="7719"/>
                  </a:cubicBezTo>
                  <a:cubicBezTo>
                    <a:pt x="17183" y="10107"/>
                    <a:pt x="14248" y="10699"/>
                    <a:pt x="9730" y="19064"/>
                  </a:cubicBezTo>
                  <a:cubicBezTo>
                    <a:pt x="6815" y="24468"/>
                    <a:pt x="3226" y="33875"/>
                    <a:pt x="1" y="42603"/>
                  </a:cubicBezTo>
                  <a:cubicBezTo>
                    <a:pt x="4330" y="44165"/>
                    <a:pt x="11202" y="46589"/>
                    <a:pt x="15082" y="530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80;p73"/>
            <p:cNvSpPr/>
            <p:nvPr/>
          </p:nvSpPr>
          <p:spPr>
            <a:xfrm>
              <a:off x="7008190" y="3357570"/>
              <a:ext cx="564469" cy="939007"/>
            </a:xfrm>
            <a:custGeom>
              <a:avLst/>
              <a:gdLst/>
              <a:ahLst/>
              <a:cxnLst/>
              <a:rect l="l" t="t" r="r" b="b"/>
              <a:pathLst>
                <a:path w="29803" h="49578" extrusionOk="0">
                  <a:moveTo>
                    <a:pt x="29803" y="49577"/>
                  </a:moveTo>
                  <a:cubicBezTo>
                    <a:pt x="29075" y="39120"/>
                    <a:pt x="27910" y="28822"/>
                    <a:pt x="26091" y="19431"/>
                  </a:cubicBezTo>
                  <a:cubicBezTo>
                    <a:pt x="21471" y="19194"/>
                    <a:pt x="14231" y="15985"/>
                    <a:pt x="9595" y="0"/>
                  </a:cubicBezTo>
                  <a:cubicBezTo>
                    <a:pt x="9971" y="3124"/>
                    <a:pt x="13348" y="28748"/>
                    <a:pt x="5846" y="33748"/>
                  </a:cubicBezTo>
                  <a:cubicBezTo>
                    <a:pt x="0" y="37644"/>
                    <a:pt x="20277" y="46626"/>
                    <a:pt x="29803" y="49577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81;p73"/>
            <p:cNvSpPr/>
            <p:nvPr/>
          </p:nvSpPr>
          <p:spPr>
            <a:xfrm>
              <a:off x="6519140" y="3017503"/>
              <a:ext cx="477989" cy="975164"/>
            </a:xfrm>
            <a:custGeom>
              <a:avLst/>
              <a:gdLst/>
              <a:ahLst/>
              <a:cxnLst/>
              <a:rect l="l" t="t" r="r" b="b"/>
              <a:pathLst>
                <a:path w="25237" h="51487" extrusionOk="0">
                  <a:moveTo>
                    <a:pt x="2609" y="761"/>
                  </a:moveTo>
                  <a:cubicBezTo>
                    <a:pt x="2094" y="1533"/>
                    <a:pt x="2175" y="1427"/>
                    <a:pt x="1885" y="1517"/>
                  </a:cubicBezTo>
                  <a:lnTo>
                    <a:pt x="1349" y="1685"/>
                  </a:lnTo>
                  <a:cubicBezTo>
                    <a:pt x="0" y="9853"/>
                    <a:pt x="5172" y="17865"/>
                    <a:pt x="5172" y="17865"/>
                  </a:cubicBezTo>
                  <a:lnTo>
                    <a:pt x="10417" y="12739"/>
                  </a:lnTo>
                  <a:lnTo>
                    <a:pt x="11921" y="14865"/>
                  </a:lnTo>
                  <a:lnTo>
                    <a:pt x="12674" y="51486"/>
                  </a:lnTo>
                  <a:lnTo>
                    <a:pt x="14546" y="51364"/>
                  </a:lnTo>
                  <a:lnTo>
                    <a:pt x="13925" y="13867"/>
                  </a:lnTo>
                  <a:lnTo>
                    <a:pt x="14677" y="12616"/>
                  </a:lnTo>
                  <a:lnTo>
                    <a:pt x="20053" y="18242"/>
                  </a:lnTo>
                  <a:cubicBezTo>
                    <a:pt x="20053" y="18242"/>
                    <a:pt x="24987" y="9305"/>
                    <a:pt x="25110" y="5311"/>
                  </a:cubicBezTo>
                  <a:cubicBezTo>
                    <a:pt x="25236" y="1309"/>
                    <a:pt x="24550" y="0"/>
                    <a:pt x="24550" y="0"/>
                  </a:cubicBezTo>
                  <a:cubicBezTo>
                    <a:pt x="24550" y="0"/>
                    <a:pt x="24795" y="2306"/>
                    <a:pt x="24374" y="4669"/>
                  </a:cubicBezTo>
                  <a:cubicBezTo>
                    <a:pt x="23777" y="8038"/>
                    <a:pt x="22350" y="11995"/>
                    <a:pt x="21365" y="13495"/>
                  </a:cubicBezTo>
                  <a:lnTo>
                    <a:pt x="19677" y="16054"/>
                  </a:lnTo>
                  <a:lnTo>
                    <a:pt x="15053" y="10495"/>
                  </a:lnTo>
                  <a:lnTo>
                    <a:pt x="13491" y="9182"/>
                  </a:lnTo>
                  <a:lnTo>
                    <a:pt x="11051" y="8872"/>
                  </a:lnTo>
                  <a:lnTo>
                    <a:pt x="6239" y="15494"/>
                  </a:lnTo>
                  <a:cubicBezTo>
                    <a:pt x="3545" y="10679"/>
                    <a:pt x="1766" y="6345"/>
                    <a:pt x="2609" y="761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82;p73"/>
            <p:cNvSpPr/>
            <p:nvPr/>
          </p:nvSpPr>
          <p:spPr>
            <a:xfrm>
              <a:off x="6127802" y="3168871"/>
              <a:ext cx="1457717" cy="1369135"/>
            </a:xfrm>
            <a:custGeom>
              <a:avLst/>
              <a:gdLst/>
              <a:ahLst/>
              <a:cxnLst/>
              <a:rect l="l" t="t" r="r" b="b"/>
              <a:pathLst>
                <a:path w="76965" h="72288" extrusionOk="0">
                  <a:moveTo>
                    <a:pt x="12883" y="38879"/>
                  </a:moveTo>
                  <a:cubicBezTo>
                    <a:pt x="13022" y="39758"/>
                    <a:pt x="14162" y="33797"/>
                    <a:pt x="14289" y="34705"/>
                  </a:cubicBezTo>
                  <a:cubicBezTo>
                    <a:pt x="15818" y="45469"/>
                    <a:pt x="16497" y="57823"/>
                    <a:pt x="13868" y="71102"/>
                  </a:cubicBezTo>
                  <a:lnTo>
                    <a:pt x="76964" y="72287"/>
                  </a:lnTo>
                  <a:cubicBezTo>
                    <a:pt x="76494" y="59933"/>
                    <a:pt x="75525" y="47358"/>
                    <a:pt x="73706" y="35817"/>
                  </a:cubicBezTo>
                  <a:cubicBezTo>
                    <a:pt x="61760" y="41336"/>
                    <a:pt x="47550" y="43241"/>
                    <a:pt x="34836" y="32497"/>
                  </a:cubicBezTo>
                  <a:cubicBezTo>
                    <a:pt x="5839" y="7997"/>
                    <a:pt x="19088" y="1"/>
                    <a:pt x="13087" y="3001"/>
                  </a:cubicBezTo>
                  <a:cubicBezTo>
                    <a:pt x="7695" y="5700"/>
                    <a:pt x="4118" y="17886"/>
                    <a:pt x="1" y="29219"/>
                  </a:cubicBezTo>
                  <a:cubicBezTo>
                    <a:pt x="4204" y="30833"/>
                    <a:pt x="9612" y="33409"/>
                    <a:pt x="12883" y="38879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83;p73"/>
            <p:cNvSpPr/>
            <p:nvPr/>
          </p:nvSpPr>
          <p:spPr>
            <a:xfrm>
              <a:off x="7021429" y="3978480"/>
              <a:ext cx="536589" cy="158282"/>
            </a:xfrm>
            <a:custGeom>
              <a:avLst/>
              <a:gdLst/>
              <a:ahLst/>
              <a:cxnLst/>
              <a:rect l="l" t="t" r="r" b="b"/>
              <a:pathLst>
                <a:path w="28331" h="8357" extrusionOk="0">
                  <a:moveTo>
                    <a:pt x="28331" y="7494"/>
                  </a:moveTo>
                  <a:cubicBezTo>
                    <a:pt x="28098" y="5074"/>
                    <a:pt x="27832" y="2682"/>
                    <a:pt x="27538" y="323"/>
                  </a:cubicBezTo>
                  <a:lnTo>
                    <a:pt x="6521" y="2425"/>
                  </a:lnTo>
                  <a:cubicBezTo>
                    <a:pt x="6521" y="2425"/>
                    <a:pt x="0" y="0"/>
                    <a:pt x="2339" y="8356"/>
                  </a:cubicBezTo>
                  <a:cubicBezTo>
                    <a:pt x="4260" y="6766"/>
                    <a:pt x="5601" y="6014"/>
                    <a:pt x="5601" y="6014"/>
                  </a:cubicBezTo>
                  <a:cubicBezTo>
                    <a:pt x="5601" y="6014"/>
                    <a:pt x="19517" y="7146"/>
                    <a:pt x="28331" y="7494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84;p73"/>
            <p:cNvSpPr/>
            <p:nvPr/>
          </p:nvSpPr>
          <p:spPr>
            <a:xfrm>
              <a:off x="5580853" y="3385450"/>
              <a:ext cx="745895" cy="863891"/>
            </a:xfrm>
            <a:custGeom>
              <a:avLst/>
              <a:gdLst/>
              <a:ahLst/>
              <a:cxnLst/>
              <a:rect l="l" t="t" r="r" b="b"/>
              <a:pathLst>
                <a:path w="39382" h="45612" extrusionOk="0">
                  <a:moveTo>
                    <a:pt x="10724" y="0"/>
                  </a:moveTo>
                  <a:lnTo>
                    <a:pt x="31389" y="21520"/>
                  </a:lnTo>
                  <a:cubicBezTo>
                    <a:pt x="39381" y="29840"/>
                    <a:pt x="39197" y="37259"/>
                    <a:pt x="35068" y="39463"/>
                  </a:cubicBezTo>
                  <a:cubicBezTo>
                    <a:pt x="23552" y="45612"/>
                    <a:pt x="15494" y="32456"/>
                    <a:pt x="11553" y="23908"/>
                  </a:cubicBezTo>
                  <a:lnTo>
                    <a:pt x="0" y="4285"/>
                  </a:ln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85;p73"/>
            <p:cNvSpPr/>
            <p:nvPr/>
          </p:nvSpPr>
          <p:spPr>
            <a:xfrm>
              <a:off x="5515188" y="3231979"/>
              <a:ext cx="334196" cy="329954"/>
            </a:xfrm>
            <a:custGeom>
              <a:avLst/>
              <a:gdLst/>
              <a:ahLst/>
              <a:cxnLst/>
              <a:rect l="l" t="t" r="r" b="b"/>
              <a:pathLst>
                <a:path w="17645" h="17421" extrusionOk="0">
                  <a:moveTo>
                    <a:pt x="17342" y="8500"/>
                  </a:moveTo>
                  <a:cubicBezTo>
                    <a:pt x="17645" y="11799"/>
                    <a:pt x="16664" y="14550"/>
                    <a:pt x="12159" y="15985"/>
                  </a:cubicBezTo>
                  <a:cubicBezTo>
                    <a:pt x="7658" y="17420"/>
                    <a:pt x="3512" y="13205"/>
                    <a:pt x="1391" y="11018"/>
                  </a:cubicBezTo>
                  <a:cubicBezTo>
                    <a:pt x="1" y="6627"/>
                    <a:pt x="3124" y="1472"/>
                    <a:pt x="8618" y="736"/>
                  </a:cubicBezTo>
                  <a:cubicBezTo>
                    <a:pt x="14113" y="0"/>
                    <a:pt x="17342" y="8500"/>
                    <a:pt x="17342" y="8500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86;p73"/>
            <p:cNvSpPr/>
            <p:nvPr/>
          </p:nvSpPr>
          <p:spPr>
            <a:xfrm>
              <a:off x="5647370" y="3140310"/>
              <a:ext cx="84094" cy="402570"/>
            </a:xfrm>
            <a:custGeom>
              <a:avLst/>
              <a:gdLst/>
              <a:ahLst/>
              <a:cxnLst/>
              <a:rect l="l" t="t" r="r" b="b"/>
              <a:pathLst>
                <a:path w="4440" h="21255" extrusionOk="0">
                  <a:moveTo>
                    <a:pt x="61" y="1586"/>
                  </a:moveTo>
                  <a:cubicBezTo>
                    <a:pt x="0" y="801"/>
                    <a:pt x="581" y="123"/>
                    <a:pt x="1365" y="61"/>
                  </a:cubicBezTo>
                  <a:cubicBezTo>
                    <a:pt x="2146" y="0"/>
                    <a:pt x="2825" y="585"/>
                    <a:pt x="2886" y="1366"/>
                  </a:cubicBezTo>
                  <a:lnTo>
                    <a:pt x="4378" y="19668"/>
                  </a:lnTo>
                  <a:cubicBezTo>
                    <a:pt x="4440" y="20453"/>
                    <a:pt x="3859" y="21132"/>
                    <a:pt x="3074" y="21193"/>
                  </a:cubicBezTo>
                  <a:cubicBezTo>
                    <a:pt x="2293" y="21254"/>
                    <a:pt x="1615" y="20670"/>
                    <a:pt x="1554" y="198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87;p73"/>
            <p:cNvSpPr/>
            <p:nvPr/>
          </p:nvSpPr>
          <p:spPr>
            <a:xfrm>
              <a:off x="5490187" y="3211221"/>
              <a:ext cx="240046" cy="262811"/>
            </a:xfrm>
            <a:custGeom>
              <a:avLst/>
              <a:gdLst/>
              <a:ahLst/>
              <a:cxnLst/>
              <a:rect l="l" t="t" r="r" b="b"/>
              <a:pathLst>
                <a:path w="12674" h="13876" extrusionOk="0">
                  <a:moveTo>
                    <a:pt x="3230" y="769"/>
                  </a:moveTo>
                  <a:cubicBezTo>
                    <a:pt x="4334" y="410"/>
                    <a:pt x="7706" y="1"/>
                    <a:pt x="9938" y="1657"/>
                  </a:cubicBezTo>
                  <a:cubicBezTo>
                    <a:pt x="12673" y="3680"/>
                    <a:pt x="9113" y="4077"/>
                    <a:pt x="9113" y="4077"/>
                  </a:cubicBezTo>
                  <a:cubicBezTo>
                    <a:pt x="11308" y="5021"/>
                    <a:pt x="11426" y="7192"/>
                    <a:pt x="8491" y="7392"/>
                  </a:cubicBezTo>
                  <a:cubicBezTo>
                    <a:pt x="10323" y="7695"/>
                    <a:pt x="11332" y="10152"/>
                    <a:pt x="8540" y="10356"/>
                  </a:cubicBezTo>
                  <a:cubicBezTo>
                    <a:pt x="11962" y="13156"/>
                    <a:pt x="0" y="13876"/>
                    <a:pt x="2596" y="10274"/>
                  </a:cubicBezTo>
                  <a:cubicBezTo>
                    <a:pt x="998" y="9739"/>
                    <a:pt x="826" y="7462"/>
                    <a:pt x="2980" y="7265"/>
                  </a:cubicBezTo>
                  <a:cubicBezTo>
                    <a:pt x="568" y="6836"/>
                    <a:pt x="1059" y="3860"/>
                    <a:pt x="3009" y="3791"/>
                  </a:cubicBezTo>
                  <a:cubicBezTo>
                    <a:pt x="1864" y="3022"/>
                    <a:pt x="1631" y="1280"/>
                    <a:pt x="3230" y="769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88;p73"/>
            <p:cNvSpPr/>
            <p:nvPr/>
          </p:nvSpPr>
          <p:spPr>
            <a:xfrm>
              <a:off x="5651537" y="3175065"/>
              <a:ext cx="192828" cy="313381"/>
            </a:xfrm>
            <a:custGeom>
              <a:avLst/>
              <a:gdLst/>
              <a:ahLst/>
              <a:cxnLst/>
              <a:rect l="l" t="t" r="r" b="b"/>
              <a:pathLst>
                <a:path w="10181" h="16546" extrusionOk="0">
                  <a:moveTo>
                    <a:pt x="10143" y="11505"/>
                  </a:moveTo>
                  <a:cubicBezTo>
                    <a:pt x="10180" y="7911"/>
                    <a:pt x="9281" y="3014"/>
                    <a:pt x="5961" y="1141"/>
                  </a:cubicBezTo>
                  <a:cubicBezTo>
                    <a:pt x="3946" y="1"/>
                    <a:pt x="1415" y="1542"/>
                    <a:pt x="1027" y="3921"/>
                  </a:cubicBezTo>
                  <a:cubicBezTo>
                    <a:pt x="684" y="6010"/>
                    <a:pt x="340" y="8103"/>
                    <a:pt x="1" y="10197"/>
                  </a:cubicBezTo>
                  <a:cubicBezTo>
                    <a:pt x="2356" y="10896"/>
                    <a:pt x="3296" y="9338"/>
                    <a:pt x="4629" y="6484"/>
                  </a:cubicBezTo>
                  <a:cubicBezTo>
                    <a:pt x="3925" y="10810"/>
                    <a:pt x="3946" y="16545"/>
                    <a:pt x="10143" y="11505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89;p73"/>
            <p:cNvSpPr/>
            <p:nvPr/>
          </p:nvSpPr>
          <p:spPr>
            <a:xfrm>
              <a:off x="5514733" y="2707398"/>
              <a:ext cx="288040" cy="472420"/>
            </a:xfrm>
            <a:custGeom>
              <a:avLst/>
              <a:gdLst/>
              <a:ahLst/>
              <a:cxnLst/>
              <a:rect l="l" t="t" r="r" b="b"/>
              <a:pathLst>
                <a:path w="15208" h="24943" extrusionOk="0">
                  <a:moveTo>
                    <a:pt x="6774" y="2290"/>
                  </a:moveTo>
                  <a:cubicBezTo>
                    <a:pt x="5454" y="2396"/>
                    <a:pt x="4293" y="3545"/>
                    <a:pt x="3483" y="5323"/>
                  </a:cubicBezTo>
                  <a:cubicBezTo>
                    <a:pt x="2584" y="7294"/>
                    <a:pt x="2146" y="9971"/>
                    <a:pt x="2388" y="12898"/>
                  </a:cubicBezTo>
                  <a:cubicBezTo>
                    <a:pt x="2629" y="15817"/>
                    <a:pt x="3491" y="18393"/>
                    <a:pt x="4697" y="20183"/>
                  </a:cubicBezTo>
                  <a:cubicBezTo>
                    <a:pt x="5785" y="21806"/>
                    <a:pt x="7122" y="22751"/>
                    <a:pt x="8442" y="22645"/>
                  </a:cubicBezTo>
                  <a:cubicBezTo>
                    <a:pt x="9763" y="22534"/>
                    <a:pt x="10919" y="21385"/>
                    <a:pt x="11733" y="19607"/>
                  </a:cubicBezTo>
                  <a:cubicBezTo>
                    <a:pt x="12632" y="17641"/>
                    <a:pt x="13066" y="14963"/>
                    <a:pt x="12829" y="12036"/>
                  </a:cubicBezTo>
                  <a:cubicBezTo>
                    <a:pt x="12587" y="9117"/>
                    <a:pt x="11725" y="6541"/>
                    <a:pt x="10519" y="4747"/>
                  </a:cubicBezTo>
                  <a:cubicBezTo>
                    <a:pt x="9431" y="3132"/>
                    <a:pt x="8095" y="2183"/>
                    <a:pt x="6774" y="2290"/>
                  </a:cubicBezTo>
                  <a:close/>
                  <a:moveTo>
                    <a:pt x="1554" y="4444"/>
                  </a:moveTo>
                  <a:cubicBezTo>
                    <a:pt x="2686" y="1967"/>
                    <a:pt x="4456" y="348"/>
                    <a:pt x="6602" y="172"/>
                  </a:cubicBezTo>
                  <a:cubicBezTo>
                    <a:pt x="8745" y="0"/>
                    <a:pt x="10760" y="1309"/>
                    <a:pt x="12277" y="3573"/>
                  </a:cubicBezTo>
                  <a:cubicBezTo>
                    <a:pt x="13675" y="5658"/>
                    <a:pt x="14672" y="8589"/>
                    <a:pt x="14942" y="11876"/>
                  </a:cubicBezTo>
                  <a:cubicBezTo>
                    <a:pt x="15208" y="15155"/>
                    <a:pt x="14697" y="18209"/>
                    <a:pt x="13663" y="20498"/>
                  </a:cubicBezTo>
                  <a:cubicBezTo>
                    <a:pt x="12530" y="22976"/>
                    <a:pt x="10760" y="24595"/>
                    <a:pt x="8614" y="24770"/>
                  </a:cubicBezTo>
                  <a:cubicBezTo>
                    <a:pt x="6472" y="24942"/>
                    <a:pt x="4456" y="23634"/>
                    <a:pt x="2939" y="21369"/>
                  </a:cubicBezTo>
                  <a:cubicBezTo>
                    <a:pt x="1541" y="19284"/>
                    <a:pt x="544" y="16353"/>
                    <a:pt x="274" y="13066"/>
                  </a:cubicBezTo>
                  <a:cubicBezTo>
                    <a:pt x="0" y="9779"/>
                    <a:pt x="511" y="6729"/>
                    <a:pt x="1554" y="44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90;p73"/>
            <p:cNvSpPr/>
            <p:nvPr/>
          </p:nvSpPr>
          <p:spPr>
            <a:xfrm>
              <a:off x="5568845" y="3213778"/>
              <a:ext cx="157126" cy="243076"/>
            </a:xfrm>
            <a:custGeom>
              <a:avLst/>
              <a:gdLst/>
              <a:ahLst/>
              <a:cxnLst/>
              <a:rect l="l" t="t" r="r" b="b"/>
              <a:pathLst>
                <a:path w="8296" h="12834" extrusionOk="0">
                  <a:moveTo>
                    <a:pt x="311" y="655"/>
                  </a:moveTo>
                  <a:cubicBezTo>
                    <a:pt x="168" y="675"/>
                    <a:pt x="37" y="569"/>
                    <a:pt x="17" y="426"/>
                  </a:cubicBezTo>
                  <a:cubicBezTo>
                    <a:pt x="1" y="275"/>
                    <a:pt x="103" y="148"/>
                    <a:pt x="246" y="127"/>
                  </a:cubicBezTo>
                  <a:cubicBezTo>
                    <a:pt x="1129" y="21"/>
                    <a:pt x="2274" y="1"/>
                    <a:pt x="3418" y="234"/>
                  </a:cubicBezTo>
                  <a:cubicBezTo>
                    <a:pt x="4305" y="414"/>
                    <a:pt x="5184" y="749"/>
                    <a:pt x="5941" y="1313"/>
                  </a:cubicBezTo>
                  <a:cubicBezTo>
                    <a:pt x="8295" y="3059"/>
                    <a:pt x="6771" y="3790"/>
                    <a:pt x="5728" y="4060"/>
                  </a:cubicBezTo>
                  <a:cubicBezTo>
                    <a:pt x="6157" y="4346"/>
                    <a:pt x="6464" y="4686"/>
                    <a:pt x="6648" y="5037"/>
                  </a:cubicBezTo>
                  <a:cubicBezTo>
                    <a:pt x="6807" y="5348"/>
                    <a:pt x="6869" y="5671"/>
                    <a:pt x="6828" y="5978"/>
                  </a:cubicBezTo>
                  <a:cubicBezTo>
                    <a:pt x="6783" y="6288"/>
                    <a:pt x="6628" y="6583"/>
                    <a:pt x="6362" y="6828"/>
                  </a:cubicBezTo>
                  <a:cubicBezTo>
                    <a:pt x="6125" y="7053"/>
                    <a:pt x="5781" y="7237"/>
                    <a:pt x="5340" y="7363"/>
                  </a:cubicBezTo>
                  <a:cubicBezTo>
                    <a:pt x="5687" y="7584"/>
                    <a:pt x="5965" y="7870"/>
                    <a:pt x="6149" y="8181"/>
                  </a:cubicBezTo>
                  <a:cubicBezTo>
                    <a:pt x="6292" y="8431"/>
                    <a:pt x="6378" y="8696"/>
                    <a:pt x="6382" y="8962"/>
                  </a:cubicBezTo>
                  <a:cubicBezTo>
                    <a:pt x="6395" y="9240"/>
                    <a:pt x="6317" y="9506"/>
                    <a:pt x="6145" y="9739"/>
                  </a:cubicBezTo>
                  <a:cubicBezTo>
                    <a:pt x="5916" y="10041"/>
                    <a:pt x="5536" y="10287"/>
                    <a:pt x="4951" y="10409"/>
                  </a:cubicBezTo>
                  <a:cubicBezTo>
                    <a:pt x="5054" y="10536"/>
                    <a:pt x="5135" y="10663"/>
                    <a:pt x="5189" y="10785"/>
                  </a:cubicBezTo>
                  <a:cubicBezTo>
                    <a:pt x="5319" y="11100"/>
                    <a:pt x="5295" y="11386"/>
                    <a:pt x="5148" y="11644"/>
                  </a:cubicBezTo>
                  <a:cubicBezTo>
                    <a:pt x="5013" y="11877"/>
                    <a:pt x="4784" y="12077"/>
                    <a:pt x="4481" y="12237"/>
                  </a:cubicBezTo>
                  <a:cubicBezTo>
                    <a:pt x="3938" y="12535"/>
                    <a:pt x="3128" y="12735"/>
                    <a:pt x="2265" y="12817"/>
                  </a:cubicBezTo>
                  <a:cubicBezTo>
                    <a:pt x="2122" y="12833"/>
                    <a:pt x="1987" y="12723"/>
                    <a:pt x="1979" y="12576"/>
                  </a:cubicBezTo>
                  <a:cubicBezTo>
                    <a:pt x="1963" y="12429"/>
                    <a:pt x="2069" y="12302"/>
                    <a:pt x="2221" y="12290"/>
                  </a:cubicBezTo>
                  <a:cubicBezTo>
                    <a:pt x="3010" y="12220"/>
                    <a:pt x="3745" y="12040"/>
                    <a:pt x="4228" y="11779"/>
                  </a:cubicBezTo>
                  <a:cubicBezTo>
                    <a:pt x="4440" y="11660"/>
                    <a:pt x="4600" y="11529"/>
                    <a:pt x="4682" y="11390"/>
                  </a:cubicBezTo>
                  <a:cubicBezTo>
                    <a:pt x="4747" y="11280"/>
                    <a:pt x="4759" y="11145"/>
                    <a:pt x="4698" y="11002"/>
                  </a:cubicBezTo>
                  <a:cubicBezTo>
                    <a:pt x="4624" y="10838"/>
                    <a:pt x="4477" y="10650"/>
                    <a:pt x="4228" y="10446"/>
                  </a:cubicBezTo>
                  <a:cubicBezTo>
                    <a:pt x="4166" y="10401"/>
                    <a:pt x="4126" y="10331"/>
                    <a:pt x="4121" y="10250"/>
                  </a:cubicBezTo>
                  <a:cubicBezTo>
                    <a:pt x="4109" y="10103"/>
                    <a:pt x="4224" y="9980"/>
                    <a:pt x="4367" y="9972"/>
                  </a:cubicBezTo>
                  <a:cubicBezTo>
                    <a:pt x="5090" y="9919"/>
                    <a:pt x="5516" y="9710"/>
                    <a:pt x="5716" y="9440"/>
                  </a:cubicBezTo>
                  <a:cubicBezTo>
                    <a:pt x="5810" y="9301"/>
                    <a:pt x="5859" y="9146"/>
                    <a:pt x="5851" y="8986"/>
                  </a:cubicBezTo>
                  <a:cubicBezTo>
                    <a:pt x="5847" y="8815"/>
                    <a:pt x="5789" y="8635"/>
                    <a:pt x="5687" y="8455"/>
                  </a:cubicBezTo>
                  <a:cubicBezTo>
                    <a:pt x="5434" y="8018"/>
                    <a:pt x="4927" y="7637"/>
                    <a:pt x="4310" y="7531"/>
                  </a:cubicBezTo>
                  <a:cubicBezTo>
                    <a:pt x="4187" y="7515"/>
                    <a:pt x="4085" y="7413"/>
                    <a:pt x="4081" y="7286"/>
                  </a:cubicBezTo>
                  <a:cubicBezTo>
                    <a:pt x="4068" y="7139"/>
                    <a:pt x="4183" y="7016"/>
                    <a:pt x="4326" y="7004"/>
                  </a:cubicBezTo>
                  <a:cubicBezTo>
                    <a:pt x="5144" y="6951"/>
                    <a:pt x="5695" y="6738"/>
                    <a:pt x="6006" y="6448"/>
                  </a:cubicBezTo>
                  <a:cubicBezTo>
                    <a:pt x="6178" y="6288"/>
                    <a:pt x="6276" y="6104"/>
                    <a:pt x="6300" y="5912"/>
                  </a:cubicBezTo>
                  <a:cubicBezTo>
                    <a:pt x="6333" y="5712"/>
                    <a:pt x="6288" y="5503"/>
                    <a:pt x="6178" y="5295"/>
                  </a:cubicBezTo>
                  <a:cubicBezTo>
                    <a:pt x="5969" y="4886"/>
                    <a:pt x="5516" y="4485"/>
                    <a:pt x="4857" y="4199"/>
                  </a:cubicBezTo>
                  <a:cubicBezTo>
                    <a:pt x="4767" y="4162"/>
                    <a:pt x="4702" y="4081"/>
                    <a:pt x="4690" y="3987"/>
                  </a:cubicBezTo>
                  <a:cubicBezTo>
                    <a:pt x="4677" y="3835"/>
                    <a:pt x="4780" y="3709"/>
                    <a:pt x="4923" y="3688"/>
                  </a:cubicBezTo>
                  <a:cubicBezTo>
                    <a:pt x="4931" y="3688"/>
                    <a:pt x="7813" y="3373"/>
                    <a:pt x="5626" y="1746"/>
                  </a:cubicBezTo>
                  <a:cubicBezTo>
                    <a:pt x="4935" y="1235"/>
                    <a:pt x="4130" y="929"/>
                    <a:pt x="3316" y="765"/>
                  </a:cubicBezTo>
                  <a:cubicBezTo>
                    <a:pt x="2241" y="528"/>
                    <a:pt x="1158" y="549"/>
                    <a:pt x="311" y="65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91;p73"/>
            <p:cNvSpPr/>
            <p:nvPr/>
          </p:nvSpPr>
          <p:spPr>
            <a:xfrm>
              <a:off x="5565758" y="3270068"/>
              <a:ext cx="116159" cy="29679"/>
            </a:xfrm>
            <a:custGeom>
              <a:avLst/>
              <a:gdLst/>
              <a:ahLst/>
              <a:cxnLst/>
              <a:rect l="l" t="t" r="r" b="b"/>
              <a:pathLst>
                <a:path w="6133" h="1567" extrusionOk="0">
                  <a:moveTo>
                    <a:pt x="290" y="606"/>
                  </a:moveTo>
                  <a:cubicBezTo>
                    <a:pt x="147" y="614"/>
                    <a:pt x="21" y="504"/>
                    <a:pt x="12" y="361"/>
                  </a:cubicBezTo>
                  <a:cubicBezTo>
                    <a:pt x="0" y="213"/>
                    <a:pt x="115" y="91"/>
                    <a:pt x="258" y="79"/>
                  </a:cubicBezTo>
                  <a:cubicBezTo>
                    <a:pt x="1349" y="1"/>
                    <a:pt x="2465" y="38"/>
                    <a:pt x="3471" y="205"/>
                  </a:cubicBezTo>
                  <a:cubicBezTo>
                    <a:pt x="4428" y="365"/>
                    <a:pt x="5290" y="634"/>
                    <a:pt x="5965" y="1035"/>
                  </a:cubicBezTo>
                  <a:cubicBezTo>
                    <a:pt x="6091" y="1105"/>
                    <a:pt x="6132" y="1268"/>
                    <a:pt x="6063" y="1399"/>
                  </a:cubicBezTo>
                  <a:cubicBezTo>
                    <a:pt x="5985" y="1526"/>
                    <a:pt x="5826" y="1567"/>
                    <a:pt x="5699" y="1489"/>
                  </a:cubicBezTo>
                  <a:cubicBezTo>
                    <a:pt x="5082" y="1125"/>
                    <a:pt x="4276" y="876"/>
                    <a:pt x="3389" y="729"/>
                  </a:cubicBezTo>
                  <a:cubicBezTo>
                    <a:pt x="2416" y="569"/>
                    <a:pt x="1349" y="528"/>
                    <a:pt x="290" y="606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92;p73"/>
            <p:cNvSpPr/>
            <p:nvPr/>
          </p:nvSpPr>
          <p:spPr>
            <a:xfrm>
              <a:off x="5568068" y="3333403"/>
              <a:ext cx="94340" cy="21705"/>
            </a:xfrm>
            <a:custGeom>
              <a:avLst/>
              <a:gdLst/>
              <a:ahLst/>
              <a:cxnLst/>
              <a:rect l="l" t="t" r="r" b="b"/>
              <a:pathLst>
                <a:path w="4981" h="1146" extrusionOk="0">
                  <a:moveTo>
                    <a:pt x="4747" y="594"/>
                  </a:moveTo>
                  <a:cubicBezTo>
                    <a:pt x="4890" y="631"/>
                    <a:pt x="4980" y="774"/>
                    <a:pt x="4943" y="917"/>
                  </a:cubicBezTo>
                  <a:cubicBezTo>
                    <a:pt x="4907" y="1060"/>
                    <a:pt x="4763" y="1146"/>
                    <a:pt x="4620" y="1109"/>
                  </a:cubicBezTo>
                  <a:cubicBezTo>
                    <a:pt x="3868" y="921"/>
                    <a:pt x="3018" y="774"/>
                    <a:pt x="2245" y="675"/>
                  </a:cubicBezTo>
                  <a:cubicBezTo>
                    <a:pt x="1444" y="573"/>
                    <a:pt x="728" y="532"/>
                    <a:pt x="291" y="561"/>
                  </a:cubicBezTo>
                  <a:cubicBezTo>
                    <a:pt x="144" y="573"/>
                    <a:pt x="21" y="459"/>
                    <a:pt x="13" y="316"/>
                  </a:cubicBezTo>
                  <a:cubicBezTo>
                    <a:pt x="1" y="169"/>
                    <a:pt x="107" y="46"/>
                    <a:pt x="258" y="38"/>
                  </a:cubicBezTo>
                  <a:cubicBezTo>
                    <a:pt x="720" y="1"/>
                    <a:pt x="1473" y="46"/>
                    <a:pt x="2311" y="152"/>
                  </a:cubicBezTo>
                  <a:cubicBezTo>
                    <a:pt x="3108" y="250"/>
                    <a:pt x="3979" y="406"/>
                    <a:pt x="4747" y="594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93;p73"/>
            <p:cNvSpPr/>
            <p:nvPr/>
          </p:nvSpPr>
          <p:spPr>
            <a:xfrm>
              <a:off x="5571402" y="3394503"/>
              <a:ext cx="92314" cy="23864"/>
            </a:xfrm>
            <a:custGeom>
              <a:avLst/>
              <a:gdLst/>
              <a:ahLst/>
              <a:cxnLst/>
              <a:rect l="l" t="t" r="r" b="b"/>
              <a:pathLst>
                <a:path w="4874" h="1260" extrusionOk="0">
                  <a:moveTo>
                    <a:pt x="4735" y="749"/>
                  </a:moveTo>
                  <a:cubicBezTo>
                    <a:pt x="4853" y="834"/>
                    <a:pt x="4874" y="1006"/>
                    <a:pt x="4784" y="1125"/>
                  </a:cubicBezTo>
                  <a:cubicBezTo>
                    <a:pt x="4694" y="1239"/>
                    <a:pt x="4526" y="1260"/>
                    <a:pt x="4408" y="1170"/>
                  </a:cubicBezTo>
                  <a:cubicBezTo>
                    <a:pt x="4097" y="928"/>
                    <a:pt x="3488" y="761"/>
                    <a:pt x="2805" y="663"/>
                  </a:cubicBezTo>
                  <a:cubicBezTo>
                    <a:pt x="1955" y="540"/>
                    <a:pt x="1002" y="532"/>
                    <a:pt x="307" y="606"/>
                  </a:cubicBezTo>
                  <a:cubicBezTo>
                    <a:pt x="164" y="622"/>
                    <a:pt x="29" y="520"/>
                    <a:pt x="13" y="372"/>
                  </a:cubicBezTo>
                  <a:cubicBezTo>
                    <a:pt x="1" y="229"/>
                    <a:pt x="103" y="95"/>
                    <a:pt x="250" y="82"/>
                  </a:cubicBezTo>
                  <a:cubicBezTo>
                    <a:pt x="986" y="0"/>
                    <a:pt x="1991" y="9"/>
                    <a:pt x="2883" y="135"/>
                  </a:cubicBezTo>
                  <a:cubicBezTo>
                    <a:pt x="3647" y="246"/>
                    <a:pt x="4342" y="450"/>
                    <a:pt x="4735" y="749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94;p73"/>
            <p:cNvSpPr/>
            <p:nvPr/>
          </p:nvSpPr>
          <p:spPr>
            <a:xfrm>
              <a:off x="5699247" y="3270068"/>
              <a:ext cx="50797" cy="94719"/>
            </a:xfrm>
            <a:custGeom>
              <a:avLst/>
              <a:gdLst/>
              <a:ahLst/>
              <a:cxnLst/>
              <a:rect l="l" t="t" r="r" b="b"/>
              <a:pathLst>
                <a:path w="2682" h="5001" extrusionOk="0">
                  <a:moveTo>
                    <a:pt x="2130" y="218"/>
                  </a:moveTo>
                  <a:cubicBezTo>
                    <a:pt x="2175" y="79"/>
                    <a:pt x="2330" y="1"/>
                    <a:pt x="2469" y="54"/>
                  </a:cubicBezTo>
                  <a:cubicBezTo>
                    <a:pt x="2604" y="99"/>
                    <a:pt x="2682" y="254"/>
                    <a:pt x="2633" y="389"/>
                  </a:cubicBezTo>
                  <a:cubicBezTo>
                    <a:pt x="1803" y="2830"/>
                    <a:pt x="532" y="4837"/>
                    <a:pt x="527" y="4841"/>
                  </a:cubicBezTo>
                  <a:cubicBezTo>
                    <a:pt x="450" y="4964"/>
                    <a:pt x="286" y="5001"/>
                    <a:pt x="164" y="4923"/>
                  </a:cubicBezTo>
                  <a:cubicBezTo>
                    <a:pt x="41" y="4845"/>
                    <a:pt x="0" y="4682"/>
                    <a:pt x="82" y="4555"/>
                  </a:cubicBezTo>
                  <a:cubicBezTo>
                    <a:pt x="82" y="4551"/>
                    <a:pt x="1325" y="2597"/>
                    <a:pt x="2130" y="218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95;p73"/>
            <p:cNvSpPr/>
            <p:nvPr/>
          </p:nvSpPr>
          <p:spPr>
            <a:xfrm>
              <a:off x="6349949" y="3341547"/>
              <a:ext cx="58866" cy="505622"/>
            </a:xfrm>
            <a:custGeom>
              <a:avLst/>
              <a:gdLst/>
              <a:ahLst/>
              <a:cxnLst/>
              <a:rect l="l" t="t" r="r" b="b"/>
              <a:pathLst>
                <a:path w="3108" h="26696" extrusionOk="0">
                  <a:moveTo>
                    <a:pt x="3091" y="26385"/>
                  </a:moveTo>
                  <a:cubicBezTo>
                    <a:pt x="3108" y="26532"/>
                    <a:pt x="3006" y="26659"/>
                    <a:pt x="2854" y="26679"/>
                  </a:cubicBezTo>
                  <a:cubicBezTo>
                    <a:pt x="2707" y="26696"/>
                    <a:pt x="2580" y="26594"/>
                    <a:pt x="2560" y="26450"/>
                  </a:cubicBezTo>
                  <a:cubicBezTo>
                    <a:pt x="2556" y="26389"/>
                    <a:pt x="1" y="5331"/>
                    <a:pt x="843" y="241"/>
                  </a:cubicBezTo>
                  <a:cubicBezTo>
                    <a:pt x="867" y="98"/>
                    <a:pt x="1006" y="0"/>
                    <a:pt x="1150" y="21"/>
                  </a:cubicBezTo>
                  <a:cubicBezTo>
                    <a:pt x="1293" y="45"/>
                    <a:pt x="1391" y="180"/>
                    <a:pt x="1370" y="327"/>
                  </a:cubicBezTo>
                  <a:cubicBezTo>
                    <a:pt x="536" y="5335"/>
                    <a:pt x="3087" y="26328"/>
                    <a:pt x="3091" y="263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96;p73"/>
            <p:cNvSpPr/>
            <p:nvPr/>
          </p:nvSpPr>
          <p:spPr>
            <a:xfrm>
              <a:off x="6597969" y="2734653"/>
              <a:ext cx="329234" cy="512213"/>
            </a:xfrm>
            <a:custGeom>
              <a:avLst/>
              <a:gdLst/>
              <a:ahLst/>
              <a:cxnLst/>
              <a:rect l="l" t="t" r="r" b="b"/>
              <a:pathLst>
                <a:path w="17383" h="27044" extrusionOk="0">
                  <a:moveTo>
                    <a:pt x="13094" y="0"/>
                  </a:moveTo>
                  <a:cubicBezTo>
                    <a:pt x="13094" y="0"/>
                    <a:pt x="15073" y="5491"/>
                    <a:pt x="17068" y="10728"/>
                  </a:cubicBezTo>
                  <a:cubicBezTo>
                    <a:pt x="17170" y="10740"/>
                    <a:pt x="17281" y="10748"/>
                    <a:pt x="17383" y="10760"/>
                  </a:cubicBezTo>
                  <a:lnTo>
                    <a:pt x="17260" y="11230"/>
                  </a:lnTo>
                  <a:lnTo>
                    <a:pt x="17260" y="11230"/>
                  </a:lnTo>
                  <a:cubicBezTo>
                    <a:pt x="15952" y="16218"/>
                    <a:pt x="14615" y="20441"/>
                    <a:pt x="9787" y="23479"/>
                  </a:cubicBezTo>
                  <a:cubicBezTo>
                    <a:pt x="8969" y="23740"/>
                    <a:pt x="8781" y="26839"/>
                    <a:pt x="7890" y="27043"/>
                  </a:cubicBezTo>
                  <a:cubicBezTo>
                    <a:pt x="7674" y="26962"/>
                    <a:pt x="6799" y="24006"/>
                    <a:pt x="6594" y="23912"/>
                  </a:cubicBezTo>
                  <a:cubicBezTo>
                    <a:pt x="1950" y="21868"/>
                    <a:pt x="2065" y="19452"/>
                    <a:pt x="1112" y="15094"/>
                  </a:cubicBezTo>
                  <a:lnTo>
                    <a:pt x="8" y="9845"/>
                  </a:lnTo>
                  <a:cubicBezTo>
                    <a:pt x="0" y="9849"/>
                    <a:pt x="3340" y="1770"/>
                    <a:pt x="13094" y="0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97;p73"/>
            <p:cNvSpPr/>
            <p:nvPr/>
          </p:nvSpPr>
          <p:spPr>
            <a:xfrm>
              <a:off x="6880345" y="3724893"/>
              <a:ext cx="840368" cy="369822"/>
            </a:xfrm>
            <a:custGeom>
              <a:avLst/>
              <a:gdLst/>
              <a:ahLst/>
              <a:cxnLst/>
              <a:rect l="l" t="t" r="r" b="b"/>
              <a:pathLst>
                <a:path w="44370" h="19526" extrusionOk="0">
                  <a:moveTo>
                    <a:pt x="1" y="14485"/>
                  </a:moveTo>
                  <a:cubicBezTo>
                    <a:pt x="16243" y="5818"/>
                    <a:pt x="37742" y="1"/>
                    <a:pt x="41978" y="8173"/>
                  </a:cubicBezTo>
                  <a:cubicBezTo>
                    <a:pt x="44369" y="19526"/>
                    <a:pt x="35674" y="18749"/>
                    <a:pt x="11840" y="18005"/>
                  </a:cubicBezTo>
                  <a:cubicBezTo>
                    <a:pt x="8986" y="17919"/>
                    <a:pt x="1104" y="16962"/>
                    <a:pt x="1" y="14485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98;p73"/>
            <p:cNvSpPr/>
            <p:nvPr/>
          </p:nvSpPr>
          <p:spPr>
            <a:xfrm>
              <a:off x="6775190" y="3962836"/>
              <a:ext cx="358440" cy="342094"/>
            </a:xfrm>
            <a:custGeom>
              <a:avLst/>
              <a:gdLst/>
              <a:ahLst/>
              <a:cxnLst/>
              <a:rect l="l" t="t" r="r" b="b"/>
              <a:pathLst>
                <a:path w="18925" h="18062" extrusionOk="0">
                  <a:moveTo>
                    <a:pt x="17216" y="2192"/>
                  </a:moveTo>
                  <a:cubicBezTo>
                    <a:pt x="13079" y="0"/>
                    <a:pt x="8357" y="806"/>
                    <a:pt x="5548" y="1922"/>
                  </a:cubicBezTo>
                  <a:cubicBezTo>
                    <a:pt x="2744" y="3030"/>
                    <a:pt x="1" y="17015"/>
                    <a:pt x="1" y="17015"/>
                  </a:cubicBezTo>
                  <a:cubicBezTo>
                    <a:pt x="1272" y="18062"/>
                    <a:pt x="2200" y="17518"/>
                    <a:pt x="3619" y="14317"/>
                  </a:cubicBezTo>
                  <a:lnTo>
                    <a:pt x="5299" y="10532"/>
                  </a:lnTo>
                  <a:cubicBezTo>
                    <a:pt x="4988" y="12441"/>
                    <a:pt x="8018" y="14072"/>
                    <a:pt x="8978" y="11848"/>
                  </a:cubicBezTo>
                  <a:cubicBezTo>
                    <a:pt x="9784" y="13168"/>
                    <a:pt x="11636" y="14011"/>
                    <a:pt x="12956" y="12780"/>
                  </a:cubicBezTo>
                  <a:cubicBezTo>
                    <a:pt x="15270" y="15315"/>
                    <a:pt x="18925" y="9452"/>
                    <a:pt x="15397" y="9693"/>
                  </a:cubicBezTo>
                  <a:lnTo>
                    <a:pt x="15773" y="8590"/>
                  </a:lnTo>
                  <a:cubicBezTo>
                    <a:pt x="17416" y="7445"/>
                    <a:pt x="18581" y="4444"/>
                    <a:pt x="17216" y="2192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99;p73"/>
            <p:cNvSpPr/>
            <p:nvPr/>
          </p:nvSpPr>
          <p:spPr>
            <a:xfrm>
              <a:off x="6866557" y="4073786"/>
              <a:ext cx="87976" cy="137315"/>
            </a:xfrm>
            <a:custGeom>
              <a:avLst/>
              <a:gdLst/>
              <a:ahLst/>
              <a:cxnLst/>
              <a:rect l="l" t="t" r="r" b="b"/>
              <a:pathLst>
                <a:path w="4645" h="7250" extrusionOk="0">
                  <a:moveTo>
                    <a:pt x="4195" y="6125"/>
                  </a:moveTo>
                  <a:cubicBezTo>
                    <a:pt x="4318" y="6043"/>
                    <a:pt x="4481" y="6080"/>
                    <a:pt x="4563" y="6202"/>
                  </a:cubicBezTo>
                  <a:cubicBezTo>
                    <a:pt x="4645" y="6325"/>
                    <a:pt x="4612" y="6489"/>
                    <a:pt x="4490" y="6566"/>
                  </a:cubicBezTo>
                  <a:cubicBezTo>
                    <a:pt x="4064" y="6844"/>
                    <a:pt x="3672" y="7028"/>
                    <a:pt x="3296" y="7126"/>
                  </a:cubicBezTo>
                  <a:cubicBezTo>
                    <a:pt x="2887" y="7237"/>
                    <a:pt x="2511" y="7249"/>
                    <a:pt x="2168" y="7180"/>
                  </a:cubicBezTo>
                  <a:cubicBezTo>
                    <a:pt x="2024" y="7151"/>
                    <a:pt x="1894" y="7114"/>
                    <a:pt x="1763" y="7069"/>
                  </a:cubicBezTo>
                  <a:cubicBezTo>
                    <a:pt x="880" y="6742"/>
                    <a:pt x="393" y="5990"/>
                    <a:pt x="197" y="5058"/>
                  </a:cubicBezTo>
                  <a:cubicBezTo>
                    <a:pt x="1" y="4167"/>
                    <a:pt x="66" y="3100"/>
                    <a:pt x="267" y="2069"/>
                  </a:cubicBezTo>
                  <a:cubicBezTo>
                    <a:pt x="393" y="1415"/>
                    <a:pt x="577" y="786"/>
                    <a:pt x="790" y="209"/>
                  </a:cubicBezTo>
                  <a:cubicBezTo>
                    <a:pt x="839" y="74"/>
                    <a:pt x="994" y="1"/>
                    <a:pt x="1129" y="54"/>
                  </a:cubicBezTo>
                  <a:cubicBezTo>
                    <a:pt x="1268" y="103"/>
                    <a:pt x="1338" y="258"/>
                    <a:pt x="1289" y="393"/>
                  </a:cubicBezTo>
                  <a:cubicBezTo>
                    <a:pt x="1084" y="937"/>
                    <a:pt x="908" y="1550"/>
                    <a:pt x="786" y="2172"/>
                  </a:cubicBezTo>
                  <a:cubicBezTo>
                    <a:pt x="598" y="3140"/>
                    <a:pt x="536" y="4130"/>
                    <a:pt x="712" y="4943"/>
                  </a:cubicBezTo>
                  <a:cubicBezTo>
                    <a:pt x="876" y="5708"/>
                    <a:pt x="1256" y="6317"/>
                    <a:pt x="1943" y="6574"/>
                  </a:cubicBezTo>
                  <a:cubicBezTo>
                    <a:pt x="2045" y="6607"/>
                    <a:pt x="2151" y="6640"/>
                    <a:pt x="2270" y="6664"/>
                  </a:cubicBezTo>
                  <a:cubicBezTo>
                    <a:pt x="2536" y="6718"/>
                    <a:pt x="2830" y="6705"/>
                    <a:pt x="3157" y="6619"/>
                  </a:cubicBezTo>
                  <a:cubicBezTo>
                    <a:pt x="3476" y="6530"/>
                    <a:pt x="3823" y="6366"/>
                    <a:pt x="4195" y="612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00;p73"/>
            <p:cNvSpPr/>
            <p:nvPr/>
          </p:nvSpPr>
          <p:spPr>
            <a:xfrm>
              <a:off x="6931067" y="4082688"/>
              <a:ext cx="95249" cy="135535"/>
            </a:xfrm>
            <a:custGeom>
              <a:avLst/>
              <a:gdLst/>
              <a:ahLst/>
              <a:cxnLst/>
              <a:rect l="l" t="t" r="r" b="b"/>
              <a:pathLst>
                <a:path w="5029" h="7156" extrusionOk="0">
                  <a:moveTo>
                    <a:pt x="4612" y="6207"/>
                  </a:moveTo>
                  <a:cubicBezTo>
                    <a:pt x="4747" y="6145"/>
                    <a:pt x="4906" y="6207"/>
                    <a:pt x="4967" y="6338"/>
                  </a:cubicBezTo>
                  <a:cubicBezTo>
                    <a:pt x="5029" y="6472"/>
                    <a:pt x="4967" y="6632"/>
                    <a:pt x="4832" y="6693"/>
                  </a:cubicBezTo>
                  <a:cubicBezTo>
                    <a:pt x="4354" y="6910"/>
                    <a:pt x="3896" y="7049"/>
                    <a:pt x="3475" y="7102"/>
                  </a:cubicBezTo>
                  <a:cubicBezTo>
                    <a:pt x="3030" y="7155"/>
                    <a:pt x="2617" y="7127"/>
                    <a:pt x="2241" y="7012"/>
                  </a:cubicBezTo>
                  <a:cubicBezTo>
                    <a:pt x="2126" y="6979"/>
                    <a:pt x="2012" y="6938"/>
                    <a:pt x="1909" y="6889"/>
                  </a:cubicBezTo>
                  <a:cubicBezTo>
                    <a:pt x="838" y="6415"/>
                    <a:pt x="319" y="5414"/>
                    <a:pt x="156" y="4273"/>
                  </a:cubicBezTo>
                  <a:cubicBezTo>
                    <a:pt x="0" y="3181"/>
                    <a:pt x="172" y="1955"/>
                    <a:pt x="475" y="970"/>
                  </a:cubicBezTo>
                  <a:cubicBezTo>
                    <a:pt x="560" y="688"/>
                    <a:pt x="658" y="426"/>
                    <a:pt x="761" y="197"/>
                  </a:cubicBezTo>
                  <a:cubicBezTo>
                    <a:pt x="822" y="62"/>
                    <a:pt x="973" y="1"/>
                    <a:pt x="1108" y="58"/>
                  </a:cubicBezTo>
                  <a:cubicBezTo>
                    <a:pt x="1239" y="115"/>
                    <a:pt x="1300" y="275"/>
                    <a:pt x="1247" y="406"/>
                  </a:cubicBezTo>
                  <a:cubicBezTo>
                    <a:pt x="1149" y="622"/>
                    <a:pt x="1063" y="859"/>
                    <a:pt x="981" y="1121"/>
                  </a:cubicBezTo>
                  <a:cubicBezTo>
                    <a:pt x="695" y="2041"/>
                    <a:pt x="536" y="3181"/>
                    <a:pt x="679" y="4191"/>
                  </a:cubicBezTo>
                  <a:cubicBezTo>
                    <a:pt x="818" y="5164"/>
                    <a:pt x="1239" y="6006"/>
                    <a:pt x="2118" y="6395"/>
                  </a:cubicBezTo>
                  <a:cubicBezTo>
                    <a:pt x="2204" y="6436"/>
                    <a:pt x="2298" y="6468"/>
                    <a:pt x="2392" y="6497"/>
                  </a:cubicBezTo>
                  <a:cubicBezTo>
                    <a:pt x="2690" y="6591"/>
                    <a:pt x="3030" y="6616"/>
                    <a:pt x="3398" y="6571"/>
                  </a:cubicBezTo>
                  <a:cubicBezTo>
                    <a:pt x="3774" y="6530"/>
                    <a:pt x="4178" y="6407"/>
                    <a:pt x="4612" y="6207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01;p73"/>
            <p:cNvSpPr/>
            <p:nvPr/>
          </p:nvSpPr>
          <p:spPr>
            <a:xfrm>
              <a:off x="6998266" y="4084791"/>
              <a:ext cx="101840" cy="136292"/>
            </a:xfrm>
            <a:custGeom>
              <a:avLst/>
              <a:gdLst/>
              <a:ahLst/>
              <a:cxnLst/>
              <a:rect l="l" t="t" r="r" b="b"/>
              <a:pathLst>
                <a:path w="5377" h="7196" extrusionOk="0">
                  <a:moveTo>
                    <a:pt x="565" y="217"/>
                  </a:moveTo>
                  <a:cubicBezTo>
                    <a:pt x="606" y="82"/>
                    <a:pt x="753" y="0"/>
                    <a:pt x="896" y="45"/>
                  </a:cubicBezTo>
                  <a:cubicBezTo>
                    <a:pt x="1035" y="86"/>
                    <a:pt x="1117" y="233"/>
                    <a:pt x="1072" y="376"/>
                  </a:cubicBezTo>
                  <a:cubicBezTo>
                    <a:pt x="749" y="1423"/>
                    <a:pt x="540" y="3079"/>
                    <a:pt x="765" y="4448"/>
                  </a:cubicBezTo>
                  <a:cubicBezTo>
                    <a:pt x="921" y="5405"/>
                    <a:pt x="1289" y="6214"/>
                    <a:pt x="1984" y="6525"/>
                  </a:cubicBezTo>
                  <a:cubicBezTo>
                    <a:pt x="2196" y="6623"/>
                    <a:pt x="2433" y="6644"/>
                    <a:pt x="2699" y="6594"/>
                  </a:cubicBezTo>
                  <a:lnTo>
                    <a:pt x="2711" y="6594"/>
                  </a:lnTo>
                  <a:cubicBezTo>
                    <a:pt x="2981" y="6545"/>
                    <a:pt x="3279" y="6410"/>
                    <a:pt x="3598" y="6190"/>
                  </a:cubicBezTo>
                  <a:cubicBezTo>
                    <a:pt x="3974" y="5940"/>
                    <a:pt x="4367" y="5564"/>
                    <a:pt x="4592" y="5123"/>
                  </a:cubicBezTo>
                  <a:cubicBezTo>
                    <a:pt x="4755" y="4796"/>
                    <a:pt x="4825" y="4432"/>
                    <a:pt x="4723" y="4060"/>
                  </a:cubicBezTo>
                  <a:cubicBezTo>
                    <a:pt x="4653" y="3794"/>
                    <a:pt x="4506" y="3667"/>
                    <a:pt x="4346" y="3610"/>
                  </a:cubicBezTo>
                  <a:cubicBezTo>
                    <a:pt x="4167" y="3549"/>
                    <a:pt x="3966" y="3565"/>
                    <a:pt x="3823" y="3590"/>
                  </a:cubicBezTo>
                  <a:cubicBezTo>
                    <a:pt x="3680" y="3614"/>
                    <a:pt x="3545" y="3520"/>
                    <a:pt x="3517" y="3377"/>
                  </a:cubicBezTo>
                  <a:cubicBezTo>
                    <a:pt x="3492" y="3234"/>
                    <a:pt x="3590" y="3095"/>
                    <a:pt x="3733" y="3070"/>
                  </a:cubicBezTo>
                  <a:cubicBezTo>
                    <a:pt x="3942" y="3034"/>
                    <a:pt x="4240" y="3013"/>
                    <a:pt x="4526" y="3115"/>
                  </a:cubicBezTo>
                  <a:cubicBezTo>
                    <a:pt x="4833" y="3222"/>
                    <a:pt x="5107" y="3459"/>
                    <a:pt x="5234" y="3921"/>
                  </a:cubicBezTo>
                  <a:cubicBezTo>
                    <a:pt x="5377" y="4444"/>
                    <a:pt x="5287" y="4935"/>
                    <a:pt x="5066" y="5368"/>
                  </a:cubicBezTo>
                  <a:cubicBezTo>
                    <a:pt x="4796" y="5899"/>
                    <a:pt x="4334" y="6345"/>
                    <a:pt x="3897" y="6635"/>
                  </a:cubicBezTo>
                  <a:cubicBezTo>
                    <a:pt x="3517" y="6893"/>
                    <a:pt x="3149" y="7052"/>
                    <a:pt x="2809" y="7122"/>
                  </a:cubicBezTo>
                  <a:lnTo>
                    <a:pt x="2797" y="7122"/>
                  </a:lnTo>
                  <a:cubicBezTo>
                    <a:pt x="2425" y="7195"/>
                    <a:pt x="2078" y="7155"/>
                    <a:pt x="1767" y="7016"/>
                  </a:cubicBezTo>
                  <a:cubicBezTo>
                    <a:pt x="876" y="6623"/>
                    <a:pt x="418" y="5666"/>
                    <a:pt x="234" y="4542"/>
                  </a:cubicBezTo>
                  <a:cubicBezTo>
                    <a:pt x="1" y="3075"/>
                    <a:pt x="226" y="1321"/>
                    <a:pt x="565" y="217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02;p73"/>
            <p:cNvSpPr/>
            <p:nvPr/>
          </p:nvSpPr>
          <p:spPr>
            <a:xfrm>
              <a:off x="7200980" y="3346187"/>
              <a:ext cx="474428" cy="619149"/>
            </a:xfrm>
            <a:custGeom>
              <a:avLst/>
              <a:gdLst/>
              <a:ahLst/>
              <a:cxnLst/>
              <a:rect l="l" t="t" r="r" b="b"/>
              <a:pathLst>
                <a:path w="25049" h="32690" extrusionOk="0">
                  <a:moveTo>
                    <a:pt x="25049" y="28168"/>
                  </a:moveTo>
                  <a:cubicBezTo>
                    <a:pt x="22939" y="17375"/>
                    <a:pt x="18319" y="6284"/>
                    <a:pt x="15020" y="0"/>
                  </a:cubicBezTo>
                  <a:lnTo>
                    <a:pt x="1" y="6006"/>
                  </a:lnTo>
                  <a:lnTo>
                    <a:pt x="7621" y="25200"/>
                  </a:lnTo>
                  <a:cubicBezTo>
                    <a:pt x="10818" y="30249"/>
                    <a:pt x="21974" y="32689"/>
                    <a:pt x="25049" y="28168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03;p73"/>
            <p:cNvSpPr/>
            <p:nvPr/>
          </p:nvSpPr>
          <p:spPr>
            <a:xfrm>
              <a:off x="7333769" y="3815180"/>
              <a:ext cx="160838" cy="13883"/>
            </a:xfrm>
            <a:custGeom>
              <a:avLst/>
              <a:gdLst/>
              <a:ahLst/>
              <a:cxnLst/>
              <a:rect l="l" t="t" r="r" b="b"/>
              <a:pathLst>
                <a:path w="8492" h="733" extrusionOk="0">
                  <a:moveTo>
                    <a:pt x="303" y="667"/>
                  </a:moveTo>
                  <a:cubicBezTo>
                    <a:pt x="160" y="683"/>
                    <a:pt x="25" y="573"/>
                    <a:pt x="17" y="426"/>
                  </a:cubicBezTo>
                  <a:cubicBezTo>
                    <a:pt x="1" y="278"/>
                    <a:pt x="107" y="152"/>
                    <a:pt x="254" y="139"/>
                  </a:cubicBezTo>
                  <a:cubicBezTo>
                    <a:pt x="1358" y="37"/>
                    <a:pt x="2687" y="0"/>
                    <a:pt x="4003" y="13"/>
                  </a:cubicBezTo>
                  <a:cubicBezTo>
                    <a:pt x="5601" y="21"/>
                    <a:pt x="7171" y="98"/>
                    <a:pt x="8242" y="197"/>
                  </a:cubicBezTo>
                  <a:cubicBezTo>
                    <a:pt x="8390" y="213"/>
                    <a:pt x="8492" y="340"/>
                    <a:pt x="8484" y="483"/>
                  </a:cubicBezTo>
                  <a:cubicBezTo>
                    <a:pt x="8467" y="626"/>
                    <a:pt x="8340" y="732"/>
                    <a:pt x="8197" y="720"/>
                  </a:cubicBezTo>
                  <a:cubicBezTo>
                    <a:pt x="7134" y="626"/>
                    <a:pt x="5585" y="548"/>
                    <a:pt x="4003" y="536"/>
                  </a:cubicBezTo>
                  <a:cubicBezTo>
                    <a:pt x="2699" y="532"/>
                    <a:pt x="1387" y="565"/>
                    <a:pt x="303" y="667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04;p73"/>
            <p:cNvSpPr/>
            <p:nvPr/>
          </p:nvSpPr>
          <p:spPr>
            <a:xfrm>
              <a:off x="7066791" y="4029505"/>
              <a:ext cx="63127" cy="107030"/>
            </a:xfrm>
            <a:custGeom>
              <a:avLst/>
              <a:gdLst/>
              <a:ahLst/>
              <a:cxnLst/>
              <a:rect l="l" t="t" r="r" b="b"/>
              <a:pathLst>
                <a:path w="3333" h="5651" extrusionOk="0">
                  <a:moveTo>
                    <a:pt x="442" y="5577"/>
                  </a:moveTo>
                  <a:cubicBezTo>
                    <a:pt x="320" y="5650"/>
                    <a:pt x="156" y="5617"/>
                    <a:pt x="78" y="5495"/>
                  </a:cubicBezTo>
                  <a:cubicBezTo>
                    <a:pt x="1" y="5372"/>
                    <a:pt x="38" y="5209"/>
                    <a:pt x="160" y="5131"/>
                  </a:cubicBezTo>
                  <a:cubicBezTo>
                    <a:pt x="164" y="5127"/>
                    <a:pt x="2748" y="3537"/>
                    <a:pt x="2127" y="336"/>
                  </a:cubicBezTo>
                  <a:cubicBezTo>
                    <a:pt x="2102" y="192"/>
                    <a:pt x="2196" y="58"/>
                    <a:pt x="2339" y="25"/>
                  </a:cubicBezTo>
                  <a:cubicBezTo>
                    <a:pt x="2482" y="0"/>
                    <a:pt x="2617" y="90"/>
                    <a:pt x="2650" y="233"/>
                  </a:cubicBezTo>
                  <a:cubicBezTo>
                    <a:pt x="3333" y="3790"/>
                    <a:pt x="446" y="5568"/>
                    <a:pt x="442" y="5577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05;p73"/>
            <p:cNvSpPr/>
            <p:nvPr/>
          </p:nvSpPr>
          <p:spPr>
            <a:xfrm>
              <a:off x="7312859" y="3651728"/>
              <a:ext cx="328723" cy="124360"/>
            </a:xfrm>
            <a:custGeom>
              <a:avLst/>
              <a:gdLst/>
              <a:ahLst/>
              <a:cxnLst/>
              <a:rect l="l" t="t" r="r" b="b"/>
              <a:pathLst>
                <a:path w="17356" h="6566" extrusionOk="0">
                  <a:moveTo>
                    <a:pt x="17355" y="4669"/>
                  </a:moveTo>
                  <a:cubicBezTo>
                    <a:pt x="16901" y="3091"/>
                    <a:pt x="16415" y="1529"/>
                    <a:pt x="15904" y="0"/>
                  </a:cubicBezTo>
                  <a:lnTo>
                    <a:pt x="1" y="4743"/>
                  </a:lnTo>
                  <a:lnTo>
                    <a:pt x="418" y="5801"/>
                  </a:lnTo>
                  <a:cubicBezTo>
                    <a:pt x="4461" y="6566"/>
                    <a:pt x="12171" y="6558"/>
                    <a:pt x="17355" y="4669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06;p73"/>
            <p:cNvSpPr/>
            <p:nvPr/>
          </p:nvSpPr>
          <p:spPr>
            <a:xfrm>
              <a:off x="6084752" y="3697562"/>
              <a:ext cx="158054" cy="176161"/>
            </a:xfrm>
            <a:custGeom>
              <a:avLst/>
              <a:gdLst/>
              <a:ahLst/>
              <a:cxnLst/>
              <a:rect l="l" t="t" r="r" b="b"/>
              <a:pathLst>
                <a:path w="8345" h="9301" extrusionOk="0">
                  <a:moveTo>
                    <a:pt x="103" y="479"/>
                  </a:moveTo>
                  <a:cubicBezTo>
                    <a:pt x="1" y="372"/>
                    <a:pt x="5" y="205"/>
                    <a:pt x="111" y="103"/>
                  </a:cubicBezTo>
                  <a:cubicBezTo>
                    <a:pt x="218" y="0"/>
                    <a:pt x="389" y="9"/>
                    <a:pt x="483" y="115"/>
                  </a:cubicBezTo>
                  <a:cubicBezTo>
                    <a:pt x="994" y="655"/>
                    <a:pt x="1595" y="1268"/>
                    <a:pt x="2192" y="1889"/>
                  </a:cubicBezTo>
                  <a:cubicBezTo>
                    <a:pt x="4338" y="4101"/>
                    <a:pt x="6591" y="6427"/>
                    <a:pt x="8263" y="8851"/>
                  </a:cubicBezTo>
                  <a:cubicBezTo>
                    <a:pt x="8345" y="8974"/>
                    <a:pt x="8312" y="9137"/>
                    <a:pt x="8198" y="9219"/>
                  </a:cubicBezTo>
                  <a:cubicBezTo>
                    <a:pt x="8075" y="9301"/>
                    <a:pt x="7911" y="9272"/>
                    <a:pt x="7830" y="9154"/>
                  </a:cubicBezTo>
                  <a:cubicBezTo>
                    <a:pt x="6182" y="6762"/>
                    <a:pt x="3946" y="4452"/>
                    <a:pt x="1812" y="2261"/>
                  </a:cubicBezTo>
                  <a:cubicBezTo>
                    <a:pt x="1252" y="1681"/>
                    <a:pt x="696" y="1100"/>
                    <a:pt x="103" y="479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07;p73"/>
            <p:cNvSpPr/>
            <p:nvPr/>
          </p:nvSpPr>
          <p:spPr>
            <a:xfrm>
              <a:off x="6608575" y="2987388"/>
              <a:ext cx="147277" cy="273948"/>
            </a:xfrm>
            <a:custGeom>
              <a:avLst/>
              <a:gdLst/>
              <a:ahLst/>
              <a:cxnLst/>
              <a:rect l="l" t="t" r="r" b="b"/>
              <a:pathLst>
                <a:path w="7776" h="14464" extrusionOk="0">
                  <a:moveTo>
                    <a:pt x="4" y="282"/>
                  </a:moveTo>
                  <a:cubicBezTo>
                    <a:pt x="0" y="135"/>
                    <a:pt x="111" y="12"/>
                    <a:pt x="258" y="4"/>
                  </a:cubicBezTo>
                  <a:cubicBezTo>
                    <a:pt x="409" y="0"/>
                    <a:pt x="532" y="114"/>
                    <a:pt x="536" y="262"/>
                  </a:cubicBezTo>
                  <a:cubicBezTo>
                    <a:pt x="622" y="2608"/>
                    <a:pt x="887" y="4407"/>
                    <a:pt x="1742" y="5989"/>
                  </a:cubicBezTo>
                  <a:cubicBezTo>
                    <a:pt x="2592" y="7575"/>
                    <a:pt x="4056" y="8965"/>
                    <a:pt x="6533" y="10498"/>
                  </a:cubicBezTo>
                  <a:cubicBezTo>
                    <a:pt x="6590" y="10531"/>
                    <a:pt x="6631" y="10584"/>
                    <a:pt x="6648" y="10646"/>
                  </a:cubicBezTo>
                  <a:lnTo>
                    <a:pt x="7731" y="14084"/>
                  </a:lnTo>
                  <a:cubicBezTo>
                    <a:pt x="7776" y="14223"/>
                    <a:pt x="7694" y="14370"/>
                    <a:pt x="7555" y="14415"/>
                  </a:cubicBezTo>
                  <a:cubicBezTo>
                    <a:pt x="7416" y="14464"/>
                    <a:pt x="7269" y="14382"/>
                    <a:pt x="7224" y="14243"/>
                  </a:cubicBezTo>
                  <a:lnTo>
                    <a:pt x="6169" y="10895"/>
                  </a:lnTo>
                  <a:cubicBezTo>
                    <a:pt x="3655" y="9325"/>
                    <a:pt x="2163" y="7890"/>
                    <a:pt x="1276" y="6239"/>
                  </a:cubicBezTo>
                  <a:cubicBezTo>
                    <a:pt x="372" y="4575"/>
                    <a:pt x="94" y="2702"/>
                    <a:pt x="4" y="2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08;p73"/>
            <p:cNvSpPr/>
            <p:nvPr/>
          </p:nvSpPr>
          <p:spPr>
            <a:xfrm>
              <a:off x="6744526" y="2937746"/>
              <a:ext cx="183226" cy="323438"/>
            </a:xfrm>
            <a:custGeom>
              <a:avLst/>
              <a:gdLst/>
              <a:ahLst/>
              <a:cxnLst/>
              <a:rect l="l" t="t" r="r" b="b"/>
              <a:pathLst>
                <a:path w="9674" h="17077" extrusionOk="0">
                  <a:moveTo>
                    <a:pt x="9126" y="246"/>
                  </a:moveTo>
                  <a:cubicBezTo>
                    <a:pt x="9146" y="103"/>
                    <a:pt x="9285" y="1"/>
                    <a:pt x="9428" y="21"/>
                  </a:cubicBezTo>
                  <a:cubicBezTo>
                    <a:pt x="9575" y="41"/>
                    <a:pt x="9673" y="180"/>
                    <a:pt x="9653" y="323"/>
                  </a:cubicBezTo>
                  <a:cubicBezTo>
                    <a:pt x="9257" y="2989"/>
                    <a:pt x="8672" y="5303"/>
                    <a:pt x="7507" y="7449"/>
                  </a:cubicBezTo>
                  <a:cubicBezTo>
                    <a:pt x="6346" y="9583"/>
                    <a:pt x="4621" y="11529"/>
                    <a:pt x="1922" y="13467"/>
                  </a:cubicBezTo>
                  <a:lnTo>
                    <a:pt x="545" y="16880"/>
                  </a:lnTo>
                  <a:cubicBezTo>
                    <a:pt x="492" y="17015"/>
                    <a:pt x="336" y="17077"/>
                    <a:pt x="205" y="17028"/>
                  </a:cubicBezTo>
                  <a:cubicBezTo>
                    <a:pt x="66" y="16970"/>
                    <a:pt x="1" y="16819"/>
                    <a:pt x="54" y="16684"/>
                  </a:cubicBezTo>
                  <a:lnTo>
                    <a:pt x="1460" y="13201"/>
                  </a:lnTo>
                  <a:cubicBezTo>
                    <a:pt x="1481" y="13152"/>
                    <a:pt x="1514" y="13111"/>
                    <a:pt x="1554" y="13083"/>
                  </a:cubicBezTo>
                  <a:cubicBezTo>
                    <a:pt x="4216" y="11178"/>
                    <a:pt x="5916" y="9277"/>
                    <a:pt x="7049" y="7200"/>
                  </a:cubicBezTo>
                  <a:cubicBezTo>
                    <a:pt x="8173" y="5127"/>
                    <a:pt x="8733" y="2862"/>
                    <a:pt x="9126" y="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09;p73"/>
            <p:cNvSpPr/>
            <p:nvPr/>
          </p:nvSpPr>
          <p:spPr>
            <a:xfrm>
              <a:off x="6555998" y="3033147"/>
              <a:ext cx="154872" cy="281941"/>
            </a:xfrm>
            <a:custGeom>
              <a:avLst/>
              <a:gdLst/>
              <a:ahLst/>
              <a:cxnLst/>
              <a:rect l="l" t="t" r="r" b="b"/>
              <a:pathLst>
                <a:path w="8177" h="14886" extrusionOk="0">
                  <a:moveTo>
                    <a:pt x="7666" y="9656"/>
                  </a:moveTo>
                  <a:cubicBezTo>
                    <a:pt x="7751" y="9538"/>
                    <a:pt x="7919" y="9517"/>
                    <a:pt x="8038" y="9607"/>
                  </a:cubicBezTo>
                  <a:cubicBezTo>
                    <a:pt x="8156" y="9697"/>
                    <a:pt x="8177" y="9865"/>
                    <a:pt x="8083" y="9979"/>
                  </a:cubicBezTo>
                  <a:lnTo>
                    <a:pt x="4416" y="14750"/>
                  </a:lnTo>
                  <a:cubicBezTo>
                    <a:pt x="4330" y="14865"/>
                    <a:pt x="4158" y="14885"/>
                    <a:pt x="4044" y="14795"/>
                  </a:cubicBezTo>
                  <a:cubicBezTo>
                    <a:pt x="4023" y="14779"/>
                    <a:pt x="4003" y="14758"/>
                    <a:pt x="3986" y="14734"/>
                  </a:cubicBezTo>
                  <a:cubicBezTo>
                    <a:pt x="2470" y="12510"/>
                    <a:pt x="1370" y="10237"/>
                    <a:pt x="757" y="7845"/>
                  </a:cubicBezTo>
                  <a:cubicBezTo>
                    <a:pt x="139" y="5454"/>
                    <a:pt x="0" y="2944"/>
                    <a:pt x="385" y="245"/>
                  </a:cubicBezTo>
                  <a:cubicBezTo>
                    <a:pt x="405" y="102"/>
                    <a:pt x="536" y="0"/>
                    <a:pt x="683" y="21"/>
                  </a:cubicBezTo>
                  <a:cubicBezTo>
                    <a:pt x="826" y="41"/>
                    <a:pt x="928" y="176"/>
                    <a:pt x="908" y="323"/>
                  </a:cubicBezTo>
                  <a:cubicBezTo>
                    <a:pt x="532" y="2952"/>
                    <a:pt x="671" y="5388"/>
                    <a:pt x="1268" y="7710"/>
                  </a:cubicBezTo>
                  <a:cubicBezTo>
                    <a:pt x="1840" y="9930"/>
                    <a:pt x="2842" y="12052"/>
                    <a:pt x="4219" y="141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10;p73"/>
            <p:cNvSpPr/>
            <p:nvPr/>
          </p:nvSpPr>
          <p:spPr>
            <a:xfrm>
              <a:off x="6802767" y="2957406"/>
              <a:ext cx="187942" cy="367663"/>
            </a:xfrm>
            <a:custGeom>
              <a:avLst/>
              <a:gdLst/>
              <a:ahLst/>
              <a:cxnLst/>
              <a:rect l="l" t="t" r="r" b="b"/>
              <a:pathLst>
                <a:path w="9923" h="19412" extrusionOk="0">
                  <a:moveTo>
                    <a:pt x="98" y="14219"/>
                  </a:moveTo>
                  <a:cubicBezTo>
                    <a:pt x="0" y="14109"/>
                    <a:pt x="13" y="13946"/>
                    <a:pt x="123" y="13847"/>
                  </a:cubicBezTo>
                  <a:cubicBezTo>
                    <a:pt x="237" y="13749"/>
                    <a:pt x="401" y="13762"/>
                    <a:pt x="499" y="13872"/>
                  </a:cubicBezTo>
                  <a:lnTo>
                    <a:pt x="4681" y="18667"/>
                  </a:lnTo>
                  <a:cubicBezTo>
                    <a:pt x="6836" y="14988"/>
                    <a:pt x="8107" y="12269"/>
                    <a:pt x="8737" y="9575"/>
                  </a:cubicBezTo>
                  <a:cubicBezTo>
                    <a:pt x="9378" y="6816"/>
                    <a:pt x="9350" y="4060"/>
                    <a:pt x="8900" y="312"/>
                  </a:cubicBezTo>
                  <a:cubicBezTo>
                    <a:pt x="8884" y="169"/>
                    <a:pt x="8986" y="34"/>
                    <a:pt x="9133" y="13"/>
                  </a:cubicBezTo>
                  <a:cubicBezTo>
                    <a:pt x="9280" y="1"/>
                    <a:pt x="9411" y="103"/>
                    <a:pt x="9432" y="250"/>
                  </a:cubicBezTo>
                  <a:cubicBezTo>
                    <a:pt x="9889" y="4060"/>
                    <a:pt x="9922" y="6869"/>
                    <a:pt x="9256" y="9698"/>
                  </a:cubicBezTo>
                  <a:cubicBezTo>
                    <a:pt x="8598" y="12519"/>
                    <a:pt x="7249" y="15360"/>
                    <a:pt x="4959" y="19244"/>
                  </a:cubicBezTo>
                  <a:cubicBezTo>
                    <a:pt x="4943" y="19268"/>
                    <a:pt x="4922" y="19297"/>
                    <a:pt x="4902" y="19317"/>
                  </a:cubicBezTo>
                  <a:cubicBezTo>
                    <a:pt x="4792" y="19411"/>
                    <a:pt x="4628" y="19403"/>
                    <a:pt x="4530" y="192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11;p73"/>
            <p:cNvSpPr/>
            <p:nvPr/>
          </p:nvSpPr>
          <p:spPr>
            <a:xfrm>
              <a:off x="6736325" y="3249859"/>
              <a:ext cx="31611" cy="1266309"/>
            </a:xfrm>
            <a:custGeom>
              <a:avLst/>
              <a:gdLst/>
              <a:ahLst/>
              <a:cxnLst/>
              <a:rect l="l" t="t" r="r" b="b"/>
              <a:pathLst>
                <a:path w="1669" h="66859" extrusionOk="0">
                  <a:moveTo>
                    <a:pt x="434" y="291"/>
                  </a:moveTo>
                  <a:cubicBezTo>
                    <a:pt x="438" y="128"/>
                    <a:pt x="577" y="1"/>
                    <a:pt x="741" y="13"/>
                  </a:cubicBezTo>
                  <a:cubicBezTo>
                    <a:pt x="904" y="17"/>
                    <a:pt x="1031" y="156"/>
                    <a:pt x="1023" y="320"/>
                  </a:cubicBezTo>
                  <a:cubicBezTo>
                    <a:pt x="1023" y="348"/>
                    <a:pt x="589" y="10687"/>
                    <a:pt x="1235" y="20928"/>
                  </a:cubicBezTo>
                  <a:cubicBezTo>
                    <a:pt x="1546" y="25817"/>
                    <a:pt x="1669" y="33904"/>
                    <a:pt x="1648" y="42227"/>
                  </a:cubicBezTo>
                  <a:cubicBezTo>
                    <a:pt x="1628" y="51344"/>
                    <a:pt x="1436" y="60751"/>
                    <a:pt x="1129" y="66572"/>
                  </a:cubicBezTo>
                  <a:cubicBezTo>
                    <a:pt x="1117" y="66736"/>
                    <a:pt x="978" y="66858"/>
                    <a:pt x="818" y="66854"/>
                  </a:cubicBezTo>
                  <a:cubicBezTo>
                    <a:pt x="655" y="66842"/>
                    <a:pt x="532" y="66703"/>
                    <a:pt x="536" y="66539"/>
                  </a:cubicBezTo>
                  <a:cubicBezTo>
                    <a:pt x="843" y="60714"/>
                    <a:pt x="1035" y="51323"/>
                    <a:pt x="1055" y="42227"/>
                  </a:cubicBezTo>
                  <a:cubicBezTo>
                    <a:pt x="1076" y="33924"/>
                    <a:pt x="953" y="25854"/>
                    <a:pt x="642" y="20965"/>
                  </a:cubicBezTo>
                  <a:cubicBezTo>
                    <a:pt x="1" y="10704"/>
                    <a:pt x="434" y="324"/>
                    <a:pt x="434" y="2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612;p73"/>
            <p:cNvSpPr/>
            <p:nvPr/>
          </p:nvSpPr>
          <p:spPr>
            <a:xfrm>
              <a:off x="7145392" y="3002086"/>
              <a:ext cx="565170" cy="750157"/>
            </a:xfrm>
            <a:custGeom>
              <a:avLst/>
              <a:gdLst/>
              <a:ahLst/>
              <a:cxnLst/>
              <a:rect l="l" t="t" r="r" b="b"/>
              <a:pathLst>
                <a:path w="29840" h="39607" extrusionOk="0">
                  <a:moveTo>
                    <a:pt x="29840" y="33229"/>
                  </a:moveTo>
                  <a:cubicBezTo>
                    <a:pt x="23761" y="18859"/>
                    <a:pt x="21046" y="12269"/>
                    <a:pt x="16148" y="7302"/>
                  </a:cubicBezTo>
                  <a:cubicBezTo>
                    <a:pt x="12665" y="3774"/>
                    <a:pt x="7907" y="1166"/>
                    <a:pt x="327" y="1"/>
                  </a:cubicBezTo>
                  <a:cubicBezTo>
                    <a:pt x="0" y="9436"/>
                    <a:pt x="3042" y="28761"/>
                    <a:pt x="8659" y="39382"/>
                  </a:cubicBezTo>
                  <a:cubicBezTo>
                    <a:pt x="17273" y="39607"/>
                    <a:pt x="26491" y="36688"/>
                    <a:pt x="29840" y="332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613;p73"/>
            <p:cNvSpPr/>
            <p:nvPr/>
          </p:nvSpPr>
          <p:spPr>
            <a:xfrm>
              <a:off x="7180847" y="3351529"/>
              <a:ext cx="535358" cy="403422"/>
            </a:xfrm>
            <a:custGeom>
              <a:avLst/>
              <a:gdLst/>
              <a:ahLst/>
              <a:cxnLst/>
              <a:rect l="l" t="t" r="r" b="b"/>
              <a:pathLst>
                <a:path w="28266" h="21300" extrusionOk="0">
                  <a:moveTo>
                    <a:pt x="25" y="332"/>
                  </a:moveTo>
                  <a:cubicBezTo>
                    <a:pt x="1" y="189"/>
                    <a:pt x="99" y="50"/>
                    <a:pt x="246" y="25"/>
                  </a:cubicBezTo>
                  <a:cubicBezTo>
                    <a:pt x="389" y="1"/>
                    <a:pt x="528" y="95"/>
                    <a:pt x="553" y="238"/>
                  </a:cubicBezTo>
                  <a:cubicBezTo>
                    <a:pt x="1288" y="4469"/>
                    <a:pt x="2216" y="8328"/>
                    <a:pt x="3292" y="11725"/>
                  </a:cubicBezTo>
                  <a:cubicBezTo>
                    <a:pt x="4383" y="15213"/>
                    <a:pt x="5626" y="18221"/>
                    <a:pt x="6946" y="20670"/>
                  </a:cubicBezTo>
                  <a:cubicBezTo>
                    <a:pt x="11079" y="20756"/>
                    <a:pt x="15352" y="20122"/>
                    <a:pt x="19027" y="19055"/>
                  </a:cubicBezTo>
                  <a:cubicBezTo>
                    <a:pt x="22898" y="17931"/>
                    <a:pt x="26103" y="16325"/>
                    <a:pt x="27784" y="14587"/>
                  </a:cubicBezTo>
                  <a:cubicBezTo>
                    <a:pt x="27886" y="14481"/>
                    <a:pt x="28053" y="14481"/>
                    <a:pt x="28156" y="14583"/>
                  </a:cubicBezTo>
                  <a:cubicBezTo>
                    <a:pt x="28266" y="14685"/>
                    <a:pt x="28266" y="14853"/>
                    <a:pt x="28164" y="14955"/>
                  </a:cubicBezTo>
                  <a:cubicBezTo>
                    <a:pt x="26418" y="16762"/>
                    <a:pt x="23127" y="18409"/>
                    <a:pt x="19170" y="19562"/>
                  </a:cubicBezTo>
                  <a:cubicBezTo>
                    <a:pt x="15401" y="20654"/>
                    <a:pt x="11018" y="21300"/>
                    <a:pt x="6775" y="21189"/>
                  </a:cubicBezTo>
                  <a:cubicBezTo>
                    <a:pt x="6685" y="21189"/>
                    <a:pt x="6599" y="21140"/>
                    <a:pt x="6550" y="21054"/>
                  </a:cubicBezTo>
                  <a:cubicBezTo>
                    <a:pt x="5188" y="18548"/>
                    <a:pt x="3909" y="15462"/>
                    <a:pt x="2785" y="11881"/>
                  </a:cubicBezTo>
                  <a:cubicBezTo>
                    <a:pt x="1705" y="8459"/>
                    <a:pt x="765" y="4583"/>
                    <a:pt x="25" y="3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614;p73"/>
            <p:cNvSpPr/>
            <p:nvPr/>
          </p:nvSpPr>
          <p:spPr>
            <a:xfrm>
              <a:off x="6104108" y="3648167"/>
              <a:ext cx="307889" cy="192506"/>
            </a:xfrm>
            <a:custGeom>
              <a:avLst/>
              <a:gdLst/>
              <a:ahLst/>
              <a:cxnLst/>
              <a:rect l="l" t="t" r="r" b="b"/>
              <a:pathLst>
                <a:path w="16256" h="10164" extrusionOk="0">
                  <a:moveTo>
                    <a:pt x="209" y="0"/>
                  </a:moveTo>
                  <a:cubicBezTo>
                    <a:pt x="3157" y="900"/>
                    <a:pt x="6971" y="2519"/>
                    <a:pt x="10140" y="4346"/>
                  </a:cubicBezTo>
                  <a:cubicBezTo>
                    <a:pt x="13116" y="6071"/>
                    <a:pt x="15544" y="7997"/>
                    <a:pt x="16198" y="9730"/>
                  </a:cubicBezTo>
                  <a:cubicBezTo>
                    <a:pt x="16255" y="9881"/>
                    <a:pt x="16178" y="10053"/>
                    <a:pt x="16026" y="10106"/>
                  </a:cubicBezTo>
                  <a:cubicBezTo>
                    <a:pt x="15871" y="10163"/>
                    <a:pt x="15704" y="10086"/>
                    <a:pt x="15642" y="9934"/>
                  </a:cubicBezTo>
                  <a:cubicBezTo>
                    <a:pt x="15626" y="9894"/>
                    <a:pt x="15609" y="9849"/>
                    <a:pt x="15589" y="9808"/>
                  </a:cubicBezTo>
                  <a:lnTo>
                    <a:pt x="15536" y="9387"/>
                  </a:lnTo>
                  <a:cubicBezTo>
                    <a:pt x="15515" y="9239"/>
                    <a:pt x="15466" y="9276"/>
                    <a:pt x="15401" y="9427"/>
                  </a:cubicBezTo>
                  <a:cubicBezTo>
                    <a:pt x="14555" y="7960"/>
                    <a:pt x="12417" y="6341"/>
                    <a:pt x="9841" y="4853"/>
                  </a:cubicBezTo>
                  <a:cubicBezTo>
                    <a:pt x="6693" y="3034"/>
                    <a:pt x="2908" y="1435"/>
                    <a:pt x="1" y="5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615;p73"/>
            <p:cNvSpPr/>
            <p:nvPr/>
          </p:nvSpPr>
          <p:spPr>
            <a:xfrm>
              <a:off x="7269505" y="3546023"/>
              <a:ext cx="409312" cy="130572"/>
            </a:xfrm>
            <a:custGeom>
              <a:avLst/>
              <a:gdLst/>
              <a:ahLst/>
              <a:cxnLst/>
              <a:rect l="l" t="t" r="r" b="b"/>
              <a:pathLst>
                <a:path w="21611" h="6894" extrusionOk="0">
                  <a:moveTo>
                    <a:pt x="1" y="6011"/>
                  </a:moveTo>
                  <a:cubicBezTo>
                    <a:pt x="50" y="5990"/>
                    <a:pt x="103" y="5986"/>
                    <a:pt x="160" y="5994"/>
                  </a:cubicBezTo>
                  <a:cubicBezTo>
                    <a:pt x="2024" y="6338"/>
                    <a:pt x="7743" y="5761"/>
                    <a:pt x="13328" y="3934"/>
                  </a:cubicBezTo>
                  <a:cubicBezTo>
                    <a:pt x="16243" y="2981"/>
                    <a:pt x="19121" y="1681"/>
                    <a:pt x="21377" y="1"/>
                  </a:cubicBezTo>
                  <a:lnTo>
                    <a:pt x="21610" y="557"/>
                  </a:lnTo>
                  <a:cubicBezTo>
                    <a:pt x="19317" y="2245"/>
                    <a:pt x="16435" y="3541"/>
                    <a:pt x="13512" y="4498"/>
                  </a:cubicBezTo>
                  <a:cubicBezTo>
                    <a:pt x="8009" y="6301"/>
                    <a:pt x="2335" y="6894"/>
                    <a:pt x="234" y="6607"/>
                  </a:cubicBezTo>
                  <a:cubicBezTo>
                    <a:pt x="160" y="6411"/>
                    <a:pt x="78" y="6211"/>
                    <a:pt x="1" y="60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616;p73"/>
            <p:cNvSpPr/>
            <p:nvPr/>
          </p:nvSpPr>
          <p:spPr>
            <a:xfrm>
              <a:off x="6873224" y="2169332"/>
              <a:ext cx="113072" cy="273664"/>
            </a:xfrm>
            <a:custGeom>
              <a:avLst/>
              <a:gdLst/>
              <a:ahLst/>
              <a:cxnLst/>
              <a:rect l="l" t="t" r="r" b="b"/>
              <a:pathLst>
                <a:path w="5970" h="14449" extrusionOk="0">
                  <a:moveTo>
                    <a:pt x="0" y="8480"/>
                  </a:moveTo>
                  <a:cubicBezTo>
                    <a:pt x="0" y="8480"/>
                    <a:pt x="2249" y="5536"/>
                    <a:pt x="3246" y="2764"/>
                  </a:cubicBezTo>
                  <a:cubicBezTo>
                    <a:pt x="4244" y="1"/>
                    <a:pt x="5969" y="5442"/>
                    <a:pt x="3811" y="9947"/>
                  </a:cubicBezTo>
                  <a:cubicBezTo>
                    <a:pt x="1648" y="14448"/>
                    <a:pt x="0" y="8480"/>
                    <a:pt x="0" y="84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617;p73"/>
            <p:cNvSpPr/>
            <p:nvPr/>
          </p:nvSpPr>
          <p:spPr>
            <a:xfrm>
              <a:off x="6892505" y="2303294"/>
              <a:ext cx="266296" cy="84794"/>
            </a:xfrm>
            <a:custGeom>
              <a:avLst/>
              <a:gdLst/>
              <a:ahLst/>
              <a:cxnLst/>
              <a:rect l="l" t="t" r="r" b="b"/>
              <a:pathLst>
                <a:path w="14060" h="4477" extrusionOk="0">
                  <a:moveTo>
                    <a:pt x="0" y="2470"/>
                  </a:moveTo>
                  <a:cubicBezTo>
                    <a:pt x="0" y="2470"/>
                    <a:pt x="1619" y="0"/>
                    <a:pt x="3950" y="45"/>
                  </a:cubicBezTo>
                  <a:cubicBezTo>
                    <a:pt x="14060" y="250"/>
                    <a:pt x="2699" y="2895"/>
                    <a:pt x="2568" y="3001"/>
                  </a:cubicBezTo>
                  <a:cubicBezTo>
                    <a:pt x="712" y="4477"/>
                    <a:pt x="0" y="2470"/>
                    <a:pt x="0" y="2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618;p73"/>
            <p:cNvSpPr/>
            <p:nvPr/>
          </p:nvSpPr>
          <p:spPr>
            <a:xfrm>
              <a:off x="6797729" y="2677359"/>
              <a:ext cx="277907" cy="207753"/>
            </a:xfrm>
            <a:custGeom>
              <a:avLst/>
              <a:gdLst/>
              <a:ahLst/>
              <a:cxnLst/>
              <a:rect l="l" t="t" r="r" b="b"/>
              <a:pathLst>
                <a:path w="14673" h="10969" extrusionOk="0">
                  <a:moveTo>
                    <a:pt x="5507" y="0"/>
                  </a:moveTo>
                  <a:cubicBezTo>
                    <a:pt x="5507" y="0"/>
                    <a:pt x="5675" y="2821"/>
                    <a:pt x="7523" y="4252"/>
                  </a:cubicBezTo>
                  <a:cubicBezTo>
                    <a:pt x="8725" y="5184"/>
                    <a:pt x="14673" y="5654"/>
                    <a:pt x="10029" y="7494"/>
                  </a:cubicBezTo>
                  <a:cubicBezTo>
                    <a:pt x="8913" y="7931"/>
                    <a:pt x="8070" y="8021"/>
                    <a:pt x="8070" y="8021"/>
                  </a:cubicBezTo>
                  <a:cubicBezTo>
                    <a:pt x="8565" y="9337"/>
                    <a:pt x="11378" y="10969"/>
                    <a:pt x="7461" y="10801"/>
                  </a:cubicBezTo>
                  <a:cubicBezTo>
                    <a:pt x="5062" y="10691"/>
                    <a:pt x="2973" y="10139"/>
                    <a:pt x="1485" y="6905"/>
                  </a:cubicBezTo>
                  <a:cubicBezTo>
                    <a:pt x="1" y="3667"/>
                    <a:pt x="5507" y="0"/>
                    <a:pt x="55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619;p73"/>
            <p:cNvSpPr/>
            <p:nvPr/>
          </p:nvSpPr>
          <p:spPr>
            <a:xfrm>
              <a:off x="6611056" y="2785204"/>
              <a:ext cx="226333" cy="233625"/>
            </a:xfrm>
            <a:custGeom>
              <a:avLst/>
              <a:gdLst/>
              <a:ahLst/>
              <a:cxnLst/>
              <a:rect l="l" t="t" r="r" b="b"/>
              <a:pathLst>
                <a:path w="11950" h="12335" extrusionOk="0">
                  <a:moveTo>
                    <a:pt x="364" y="12335"/>
                  </a:moveTo>
                  <a:cubicBezTo>
                    <a:pt x="229" y="11668"/>
                    <a:pt x="119" y="10998"/>
                    <a:pt x="0" y="10442"/>
                  </a:cubicBezTo>
                  <a:cubicBezTo>
                    <a:pt x="3773" y="7838"/>
                    <a:pt x="8781" y="4972"/>
                    <a:pt x="10061" y="267"/>
                  </a:cubicBezTo>
                  <a:cubicBezTo>
                    <a:pt x="10135" y="1"/>
                    <a:pt x="11022" y="671"/>
                    <a:pt x="11116" y="410"/>
                  </a:cubicBezTo>
                  <a:cubicBezTo>
                    <a:pt x="11950" y="5871"/>
                    <a:pt x="5977" y="11137"/>
                    <a:pt x="364" y="1233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620;p73"/>
            <p:cNvSpPr/>
            <p:nvPr/>
          </p:nvSpPr>
          <p:spPr>
            <a:xfrm>
              <a:off x="6304115" y="2251645"/>
              <a:ext cx="646403" cy="785006"/>
            </a:xfrm>
            <a:custGeom>
              <a:avLst/>
              <a:gdLst/>
              <a:ahLst/>
              <a:cxnLst/>
              <a:rect l="l" t="t" r="r" b="b"/>
              <a:pathLst>
                <a:path w="34129" h="41447" extrusionOk="0">
                  <a:moveTo>
                    <a:pt x="2507" y="24439"/>
                  </a:moveTo>
                  <a:cubicBezTo>
                    <a:pt x="3982" y="23131"/>
                    <a:pt x="3026" y="13933"/>
                    <a:pt x="3488" y="10593"/>
                  </a:cubicBezTo>
                  <a:cubicBezTo>
                    <a:pt x="4440" y="3627"/>
                    <a:pt x="17878" y="0"/>
                    <a:pt x="23323" y="4567"/>
                  </a:cubicBezTo>
                  <a:cubicBezTo>
                    <a:pt x="29100" y="9407"/>
                    <a:pt x="23941" y="17007"/>
                    <a:pt x="27130" y="17318"/>
                  </a:cubicBezTo>
                  <a:cubicBezTo>
                    <a:pt x="28470" y="16623"/>
                    <a:pt x="31205" y="15241"/>
                    <a:pt x="32432" y="18965"/>
                  </a:cubicBezTo>
                  <a:cubicBezTo>
                    <a:pt x="34128" y="24108"/>
                    <a:pt x="29452" y="29713"/>
                    <a:pt x="26165" y="28397"/>
                  </a:cubicBezTo>
                  <a:cubicBezTo>
                    <a:pt x="25985" y="29684"/>
                    <a:pt x="26124" y="33286"/>
                    <a:pt x="16210" y="38617"/>
                  </a:cubicBezTo>
                  <a:cubicBezTo>
                    <a:pt x="14845" y="39345"/>
                    <a:pt x="8156" y="41446"/>
                    <a:pt x="4968" y="37607"/>
                  </a:cubicBezTo>
                  <a:cubicBezTo>
                    <a:pt x="3594" y="35952"/>
                    <a:pt x="2907" y="32677"/>
                    <a:pt x="2642" y="28859"/>
                  </a:cubicBezTo>
                  <a:cubicBezTo>
                    <a:pt x="2609" y="28859"/>
                    <a:pt x="2572" y="28859"/>
                    <a:pt x="2531" y="28855"/>
                  </a:cubicBezTo>
                  <a:cubicBezTo>
                    <a:pt x="1109" y="28793"/>
                    <a:pt x="1" y="27759"/>
                    <a:pt x="54" y="26541"/>
                  </a:cubicBezTo>
                  <a:cubicBezTo>
                    <a:pt x="103" y="25388"/>
                    <a:pt x="1182" y="24480"/>
                    <a:pt x="2507" y="24439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621;p73"/>
            <p:cNvSpPr/>
            <p:nvPr/>
          </p:nvSpPr>
          <p:spPr>
            <a:xfrm>
              <a:off x="6367772" y="2251645"/>
              <a:ext cx="433234" cy="379728"/>
            </a:xfrm>
            <a:custGeom>
              <a:avLst/>
              <a:gdLst/>
              <a:ahLst/>
              <a:cxnLst/>
              <a:rect l="l" t="t" r="r" b="b"/>
              <a:pathLst>
                <a:path w="22874" h="20049" extrusionOk="0">
                  <a:moveTo>
                    <a:pt x="0" y="12400"/>
                  </a:moveTo>
                  <a:cubicBezTo>
                    <a:pt x="21" y="11701"/>
                    <a:pt x="53" y="11083"/>
                    <a:pt x="123" y="10593"/>
                  </a:cubicBezTo>
                  <a:cubicBezTo>
                    <a:pt x="1075" y="3627"/>
                    <a:pt x="14513" y="0"/>
                    <a:pt x="19958" y="4567"/>
                  </a:cubicBezTo>
                  <a:cubicBezTo>
                    <a:pt x="22223" y="6464"/>
                    <a:pt x="22804" y="8790"/>
                    <a:pt x="22873" y="10928"/>
                  </a:cubicBezTo>
                  <a:cubicBezTo>
                    <a:pt x="21913" y="10830"/>
                    <a:pt x="21034" y="10523"/>
                    <a:pt x="20429" y="10393"/>
                  </a:cubicBezTo>
                  <a:cubicBezTo>
                    <a:pt x="19889" y="11235"/>
                    <a:pt x="21904" y="19288"/>
                    <a:pt x="20625" y="19910"/>
                  </a:cubicBezTo>
                  <a:cubicBezTo>
                    <a:pt x="20322" y="20049"/>
                    <a:pt x="16843" y="12960"/>
                    <a:pt x="16528" y="13083"/>
                  </a:cubicBezTo>
                  <a:cubicBezTo>
                    <a:pt x="13695" y="14195"/>
                    <a:pt x="10801" y="14170"/>
                    <a:pt x="12743" y="11186"/>
                  </a:cubicBezTo>
                  <a:cubicBezTo>
                    <a:pt x="10650" y="12490"/>
                    <a:pt x="785" y="15274"/>
                    <a:pt x="4223" y="11088"/>
                  </a:cubicBezTo>
                  <a:cubicBezTo>
                    <a:pt x="3769" y="11267"/>
                    <a:pt x="1889" y="11942"/>
                    <a:pt x="0" y="12400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622;p73"/>
            <p:cNvSpPr/>
            <p:nvPr/>
          </p:nvSpPr>
          <p:spPr>
            <a:xfrm>
              <a:off x="6306596" y="2758271"/>
              <a:ext cx="85041" cy="40967"/>
            </a:xfrm>
            <a:custGeom>
              <a:avLst/>
              <a:gdLst/>
              <a:ahLst/>
              <a:cxnLst/>
              <a:rect l="l" t="t" r="r" b="b"/>
              <a:pathLst>
                <a:path w="4490" h="2163" extrusionOk="0">
                  <a:moveTo>
                    <a:pt x="4056" y="425"/>
                  </a:moveTo>
                  <a:cubicBezTo>
                    <a:pt x="3565" y="900"/>
                    <a:pt x="1190" y="1079"/>
                    <a:pt x="0" y="417"/>
                  </a:cubicBezTo>
                  <a:cubicBezTo>
                    <a:pt x="274" y="1345"/>
                    <a:pt x="1231" y="2057"/>
                    <a:pt x="2400" y="2106"/>
                  </a:cubicBezTo>
                  <a:cubicBezTo>
                    <a:pt x="2437" y="2106"/>
                    <a:pt x="2474" y="2106"/>
                    <a:pt x="2511" y="2110"/>
                  </a:cubicBezTo>
                  <a:lnTo>
                    <a:pt x="2519" y="2163"/>
                  </a:lnTo>
                  <a:cubicBezTo>
                    <a:pt x="4052" y="1664"/>
                    <a:pt x="4489" y="0"/>
                    <a:pt x="4056" y="42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623;p73"/>
            <p:cNvSpPr/>
            <p:nvPr/>
          </p:nvSpPr>
          <p:spPr>
            <a:xfrm>
              <a:off x="6683142" y="2285945"/>
              <a:ext cx="386300" cy="590265"/>
            </a:xfrm>
            <a:custGeom>
              <a:avLst/>
              <a:gdLst/>
              <a:ahLst/>
              <a:cxnLst/>
              <a:rect l="l" t="t" r="r" b="b"/>
              <a:pathLst>
                <a:path w="20396" h="31165" extrusionOk="0">
                  <a:moveTo>
                    <a:pt x="11357" y="31164"/>
                  </a:moveTo>
                  <a:cubicBezTo>
                    <a:pt x="10216" y="29922"/>
                    <a:pt x="7780" y="25294"/>
                    <a:pt x="6026" y="22330"/>
                  </a:cubicBezTo>
                  <a:cubicBezTo>
                    <a:pt x="5311" y="21116"/>
                    <a:pt x="0" y="9608"/>
                    <a:pt x="151" y="9138"/>
                  </a:cubicBezTo>
                  <a:cubicBezTo>
                    <a:pt x="1635" y="4375"/>
                    <a:pt x="7960" y="1"/>
                    <a:pt x="13319" y="2821"/>
                  </a:cubicBezTo>
                  <a:cubicBezTo>
                    <a:pt x="19562" y="6108"/>
                    <a:pt x="20396" y="14084"/>
                    <a:pt x="18233" y="17829"/>
                  </a:cubicBezTo>
                  <a:cubicBezTo>
                    <a:pt x="15952" y="21782"/>
                    <a:pt x="13242" y="23585"/>
                    <a:pt x="11357" y="311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624;p73"/>
            <p:cNvSpPr/>
            <p:nvPr/>
          </p:nvSpPr>
          <p:spPr>
            <a:xfrm>
              <a:off x="6748011" y="2540309"/>
              <a:ext cx="202506" cy="274043"/>
            </a:xfrm>
            <a:custGeom>
              <a:avLst/>
              <a:gdLst/>
              <a:ahLst/>
              <a:cxnLst/>
              <a:rect l="l" t="t" r="r" b="b"/>
              <a:pathLst>
                <a:path w="10692" h="14469" extrusionOk="0">
                  <a:moveTo>
                    <a:pt x="3435" y="2032"/>
                  </a:moveTo>
                  <a:cubicBezTo>
                    <a:pt x="4477" y="1104"/>
                    <a:pt x="7764" y="0"/>
                    <a:pt x="8995" y="3720"/>
                  </a:cubicBezTo>
                  <a:cubicBezTo>
                    <a:pt x="10691" y="8863"/>
                    <a:pt x="6015" y="14468"/>
                    <a:pt x="2728" y="13152"/>
                  </a:cubicBezTo>
                  <a:cubicBezTo>
                    <a:pt x="1" y="11345"/>
                    <a:pt x="520" y="4616"/>
                    <a:pt x="3435" y="2032"/>
                  </a:cubicBezTo>
                  <a:close/>
                </a:path>
              </a:pathLst>
            </a:custGeom>
            <a:solidFill>
              <a:srgbClr val="E6B3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625;p73"/>
            <p:cNvSpPr/>
            <p:nvPr/>
          </p:nvSpPr>
          <p:spPr>
            <a:xfrm>
              <a:off x="6791914" y="2615804"/>
              <a:ext cx="80476" cy="114985"/>
            </a:xfrm>
            <a:custGeom>
              <a:avLst/>
              <a:gdLst/>
              <a:ahLst/>
              <a:cxnLst/>
              <a:rect l="l" t="t" r="r" b="b"/>
              <a:pathLst>
                <a:path w="4249" h="6071" extrusionOk="0">
                  <a:moveTo>
                    <a:pt x="3668" y="1071"/>
                  </a:moveTo>
                  <a:cubicBezTo>
                    <a:pt x="3921" y="1112"/>
                    <a:pt x="4167" y="936"/>
                    <a:pt x="4208" y="683"/>
                  </a:cubicBezTo>
                  <a:cubicBezTo>
                    <a:pt x="4248" y="425"/>
                    <a:pt x="4077" y="180"/>
                    <a:pt x="3819" y="139"/>
                  </a:cubicBezTo>
                  <a:lnTo>
                    <a:pt x="3750" y="131"/>
                  </a:lnTo>
                  <a:cubicBezTo>
                    <a:pt x="2850" y="0"/>
                    <a:pt x="2094" y="298"/>
                    <a:pt x="1509" y="916"/>
                  </a:cubicBezTo>
                  <a:cubicBezTo>
                    <a:pt x="962" y="1500"/>
                    <a:pt x="586" y="2371"/>
                    <a:pt x="406" y="3434"/>
                  </a:cubicBezTo>
                  <a:cubicBezTo>
                    <a:pt x="402" y="3471"/>
                    <a:pt x="397" y="3512"/>
                    <a:pt x="389" y="3549"/>
                  </a:cubicBezTo>
                  <a:cubicBezTo>
                    <a:pt x="1" y="6050"/>
                    <a:pt x="810" y="6067"/>
                    <a:pt x="810" y="6067"/>
                  </a:cubicBezTo>
                  <a:cubicBezTo>
                    <a:pt x="1002" y="6071"/>
                    <a:pt x="1178" y="5961"/>
                    <a:pt x="1252" y="5785"/>
                  </a:cubicBezTo>
                  <a:cubicBezTo>
                    <a:pt x="1260" y="5781"/>
                    <a:pt x="2025" y="4060"/>
                    <a:pt x="3104" y="4493"/>
                  </a:cubicBezTo>
                  <a:cubicBezTo>
                    <a:pt x="3345" y="4591"/>
                    <a:pt x="3619" y="4472"/>
                    <a:pt x="3717" y="4231"/>
                  </a:cubicBezTo>
                  <a:cubicBezTo>
                    <a:pt x="3815" y="3994"/>
                    <a:pt x="3697" y="3716"/>
                    <a:pt x="3455" y="3618"/>
                  </a:cubicBezTo>
                  <a:cubicBezTo>
                    <a:pt x="2507" y="3238"/>
                    <a:pt x="1751" y="3671"/>
                    <a:pt x="1223" y="4203"/>
                  </a:cubicBezTo>
                  <a:cubicBezTo>
                    <a:pt x="1252" y="4055"/>
                    <a:pt x="1285" y="3884"/>
                    <a:pt x="1321" y="3688"/>
                  </a:cubicBezTo>
                  <a:lnTo>
                    <a:pt x="1338" y="3585"/>
                  </a:lnTo>
                  <a:cubicBezTo>
                    <a:pt x="1485" y="2698"/>
                    <a:pt x="1775" y="1995"/>
                    <a:pt x="2196" y="1549"/>
                  </a:cubicBezTo>
                  <a:cubicBezTo>
                    <a:pt x="2564" y="1157"/>
                    <a:pt x="3038" y="973"/>
                    <a:pt x="3611" y="1051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626;p73"/>
            <p:cNvSpPr/>
            <p:nvPr/>
          </p:nvSpPr>
          <p:spPr>
            <a:xfrm>
              <a:off x="6017155" y="2018815"/>
              <a:ext cx="974558" cy="495414"/>
            </a:xfrm>
            <a:custGeom>
              <a:avLst/>
              <a:gdLst/>
              <a:ahLst/>
              <a:cxnLst/>
              <a:rect l="l" t="t" r="r" b="b"/>
              <a:pathLst>
                <a:path w="51455" h="26157" extrusionOk="0">
                  <a:moveTo>
                    <a:pt x="39860" y="20678"/>
                  </a:moveTo>
                  <a:cubicBezTo>
                    <a:pt x="38017" y="23544"/>
                    <a:pt x="29125" y="26156"/>
                    <a:pt x="32179" y="21471"/>
                  </a:cubicBezTo>
                  <a:cubicBezTo>
                    <a:pt x="30086" y="22771"/>
                    <a:pt x="20221" y="25560"/>
                    <a:pt x="23663" y="21373"/>
                  </a:cubicBezTo>
                  <a:cubicBezTo>
                    <a:pt x="22490" y="21831"/>
                    <a:pt x="12249" y="25482"/>
                    <a:pt x="15695" y="20678"/>
                  </a:cubicBezTo>
                  <a:cubicBezTo>
                    <a:pt x="13042" y="20666"/>
                    <a:pt x="9714" y="16966"/>
                    <a:pt x="14044" y="16455"/>
                  </a:cubicBezTo>
                  <a:cubicBezTo>
                    <a:pt x="1" y="10364"/>
                    <a:pt x="51454" y="0"/>
                    <a:pt x="47509" y="16259"/>
                  </a:cubicBezTo>
                  <a:cubicBezTo>
                    <a:pt x="45866" y="23037"/>
                    <a:pt x="41655" y="21067"/>
                    <a:pt x="39860" y="206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627;p73"/>
            <p:cNvSpPr/>
            <p:nvPr/>
          </p:nvSpPr>
          <p:spPr>
            <a:xfrm>
              <a:off x="6303887" y="2185601"/>
              <a:ext cx="667465" cy="177714"/>
            </a:xfrm>
            <a:custGeom>
              <a:avLst/>
              <a:gdLst/>
              <a:ahLst/>
              <a:cxnLst/>
              <a:rect l="l" t="t" r="r" b="b"/>
              <a:pathLst>
                <a:path w="35241" h="9383" extrusionOk="0">
                  <a:moveTo>
                    <a:pt x="0" y="2142"/>
                  </a:moveTo>
                  <a:cubicBezTo>
                    <a:pt x="1824" y="1321"/>
                    <a:pt x="4223" y="577"/>
                    <a:pt x="6909" y="0"/>
                  </a:cubicBezTo>
                  <a:cubicBezTo>
                    <a:pt x="11942" y="3868"/>
                    <a:pt x="21054" y="6272"/>
                    <a:pt x="32934" y="7424"/>
                  </a:cubicBezTo>
                  <a:cubicBezTo>
                    <a:pt x="33871" y="7518"/>
                    <a:pt x="35240" y="8917"/>
                    <a:pt x="34995" y="9383"/>
                  </a:cubicBezTo>
                  <a:cubicBezTo>
                    <a:pt x="21631" y="9203"/>
                    <a:pt x="6995" y="7596"/>
                    <a:pt x="0" y="2142"/>
                  </a:cubicBezTo>
                  <a:close/>
                </a:path>
              </a:pathLst>
            </a:custGeom>
            <a:solidFill>
              <a:srgbClr val="FFFFFF">
                <a:alpha val="120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628;p73"/>
            <p:cNvSpPr/>
            <p:nvPr/>
          </p:nvSpPr>
          <p:spPr>
            <a:xfrm>
              <a:off x="6384496" y="2784901"/>
              <a:ext cx="117788" cy="92314"/>
            </a:xfrm>
            <a:custGeom>
              <a:avLst/>
              <a:gdLst/>
              <a:ahLst/>
              <a:cxnLst/>
              <a:rect l="l" t="t" r="r" b="b"/>
              <a:pathLst>
                <a:path w="6219" h="4874" extrusionOk="0">
                  <a:moveTo>
                    <a:pt x="765" y="3676"/>
                  </a:moveTo>
                  <a:cubicBezTo>
                    <a:pt x="540" y="3549"/>
                    <a:pt x="249" y="3627"/>
                    <a:pt x="127" y="3860"/>
                  </a:cubicBezTo>
                  <a:cubicBezTo>
                    <a:pt x="0" y="4085"/>
                    <a:pt x="86" y="4375"/>
                    <a:pt x="311" y="4497"/>
                  </a:cubicBezTo>
                  <a:cubicBezTo>
                    <a:pt x="720" y="4722"/>
                    <a:pt x="1231" y="4849"/>
                    <a:pt x="1783" y="4861"/>
                  </a:cubicBezTo>
                  <a:cubicBezTo>
                    <a:pt x="2469" y="4874"/>
                    <a:pt x="3217" y="4718"/>
                    <a:pt x="3908" y="4363"/>
                  </a:cubicBezTo>
                  <a:cubicBezTo>
                    <a:pt x="4603" y="4007"/>
                    <a:pt x="5233" y="3455"/>
                    <a:pt x="5654" y="2682"/>
                  </a:cubicBezTo>
                  <a:cubicBezTo>
                    <a:pt x="5989" y="2085"/>
                    <a:pt x="6198" y="1354"/>
                    <a:pt x="6214" y="487"/>
                  </a:cubicBezTo>
                  <a:cubicBezTo>
                    <a:pt x="6218" y="225"/>
                    <a:pt x="6014" y="9"/>
                    <a:pt x="5752" y="5"/>
                  </a:cubicBezTo>
                  <a:cubicBezTo>
                    <a:pt x="5495" y="1"/>
                    <a:pt x="5278" y="205"/>
                    <a:pt x="5274" y="467"/>
                  </a:cubicBezTo>
                  <a:cubicBezTo>
                    <a:pt x="5257" y="1170"/>
                    <a:pt x="5094" y="1754"/>
                    <a:pt x="4828" y="2229"/>
                  </a:cubicBezTo>
                  <a:cubicBezTo>
                    <a:pt x="4497" y="2825"/>
                    <a:pt x="4011" y="3251"/>
                    <a:pt x="3475" y="3525"/>
                  </a:cubicBezTo>
                  <a:cubicBezTo>
                    <a:pt x="2927" y="3807"/>
                    <a:pt x="2334" y="3929"/>
                    <a:pt x="1799" y="3921"/>
                  </a:cubicBezTo>
                  <a:cubicBezTo>
                    <a:pt x="1406" y="3909"/>
                    <a:pt x="1043" y="3823"/>
                    <a:pt x="765" y="36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629;p73"/>
            <p:cNvSpPr/>
            <p:nvPr/>
          </p:nvSpPr>
          <p:spPr>
            <a:xfrm>
              <a:off x="6426846" y="2511028"/>
              <a:ext cx="128470" cy="73203"/>
            </a:xfrm>
            <a:custGeom>
              <a:avLst/>
              <a:gdLst/>
              <a:ahLst/>
              <a:cxnLst/>
              <a:rect l="l" t="t" r="r" b="b"/>
              <a:pathLst>
                <a:path w="6783" h="3865" extrusionOk="0">
                  <a:moveTo>
                    <a:pt x="932" y="1370"/>
                  </a:moveTo>
                  <a:cubicBezTo>
                    <a:pt x="0" y="2212"/>
                    <a:pt x="6783" y="3864"/>
                    <a:pt x="6783" y="3864"/>
                  </a:cubicBezTo>
                  <a:cubicBezTo>
                    <a:pt x="6783" y="3864"/>
                    <a:pt x="6529" y="2568"/>
                    <a:pt x="5560" y="1669"/>
                  </a:cubicBezTo>
                  <a:cubicBezTo>
                    <a:pt x="4424" y="606"/>
                    <a:pt x="2445" y="1"/>
                    <a:pt x="932" y="13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630;p73"/>
            <p:cNvSpPr/>
            <p:nvPr/>
          </p:nvSpPr>
          <p:spPr>
            <a:xfrm>
              <a:off x="6439308" y="2601164"/>
              <a:ext cx="95249" cy="57937"/>
            </a:xfrm>
            <a:custGeom>
              <a:avLst/>
              <a:gdLst/>
              <a:ahLst/>
              <a:cxnLst/>
              <a:rect l="l" t="t" r="r" b="b"/>
              <a:pathLst>
                <a:path w="5029" h="3059" extrusionOk="0">
                  <a:moveTo>
                    <a:pt x="4056" y="2605"/>
                  </a:moveTo>
                  <a:cubicBezTo>
                    <a:pt x="4121" y="2854"/>
                    <a:pt x="4379" y="3009"/>
                    <a:pt x="4628" y="2940"/>
                  </a:cubicBezTo>
                  <a:cubicBezTo>
                    <a:pt x="4878" y="2874"/>
                    <a:pt x="5029" y="2621"/>
                    <a:pt x="4964" y="2367"/>
                  </a:cubicBezTo>
                  <a:cubicBezTo>
                    <a:pt x="4771" y="1607"/>
                    <a:pt x="4179" y="851"/>
                    <a:pt x="3471" y="417"/>
                  </a:cubicBezTo>
                  <a:cubicBezTo>
                    <a:pt x="3112" y="193"/>
                    <a:pt x="2711" y="49"/>
                    <a:pt x="2314" y="29"/>
                  </a:cubicBezTo>
                  <a:cubicBezTo>
                    <a:pt x="1889" y="0"/>
                    <a:pt x="1468" y="115"/>
                    <a:pt x="1096" y="401"/>
                  </a:cubicBezTo>
                  <a:cubicBezTo>
                    <a:pt x="622" y="769"/>
                    <a:pt x="238" y="1423"/>
                    <a:pt x="50" y="2466"/>
                  </a:cubicBezTo>
                  <a:cubicBezTo>
                    <a:pt x="1" y="2723"/>
                    <a:pt x="172" y="2968"/>
                    <a:pt x="426" y="3013"/>
                  </a:cubicBezTo>
                  <a:cubicBezTo>
                    <a:pt x="683" y="3058"/>
                    <a:pt x="929" y="2891"/>
                    <a:pt x="973" y="2633"/>
                  </a:cubicBezTo>
                  <a:cubicBezTo>
                    <a:pt x="1117" y="1848"/>
                    <a:pt x="1374" y="1382"/>
                    <a:pt x="1673" y="1149"/>
                  </a:cubicBezTo>
                  <a:cubicBezTo>
                    <a:pt x="1852" y="1010"/>
                    <a:pt x="2057" y="953"/>
                    <a:pt x="2265" y="969"/>
                  </a:cubicBezTo>
                  <a:cubicBezTo>
                    <a:pt x="2502" y="982"/>
                    <a:pt x="2748" y="1076"/>
                    <a:pt x="2981" y="1219"/>
                  </a:cubicBezTo>
                  <a:cubicBezTo>
                    <a:pt x="3492" y="1529"/>
                    <a:pt x="3917" y="2073"/>
                    <a:pt x="4056" y="26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631;p73"/>
            <p:cNvSpPr/>
            <p:nvPr/>
          </p:nvSpPr>
          <p:spPr>
            <a:xfrm>
              <a:off x="6512549" y="2690826"/>
              <a:ext cx="98829" cy="83866"/>
            </a:xfrm>
            <a:custGeom>
              <a:avLst/>
              <a:gdLst/>
              <a:ahLst/>
              <a:cxnLst/>
              <a:rect l="l" t="t" r="r" b="b"/>
              <a:pathLst>
                <a:path w="5218" h="4428" extrusionOk="0">
                  <a:moveTo>
                    <a:pt x="25" y="2327"/>
                  </a:moveTo>
                  <a:cubicBezTo>
                    <a:pt x="1" y="1141"/>
                    <a:pt x="1137" y="123"/>
                    <a:pt x="2564" y="62"/>
                  </a:cubicBezTo>
                  <a:cubicBezTo>
                    <a:pt x="3991" y="0"/>
                    <a:pt x="5164" y="916"/>
                    <a:pt x="5193" y="2102"/>
                  </a:cubicBezTo>
                  <a:cubicBezTo>
                    <a:pt x="5217" y="3287"/>
                    <a:pt x="4077" y="4305"/>
                    <a:pt x="2650" y="4367"/>
                  </a:cubicBezTo>
                  <a:cubicBezTo>
                    <a:pt x="1227" y="4428"/>
                    <a:pt x="50" y="3512"/>
                    <a:pt x="25" y="2327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632;p73"/>
            <p:cNvSpPr/>
            <p:nvPr/>
          </p:nvSpPr>
          <p:spPr>
            <a:xfrm>
              <a:off x="5566762" y="2778707"/>
              <a:ext cx="110969" cy="160914"/>
            </a:xfrm>
            <a:custGeom>
              <a:avLst/>
              <a:gdLst/>
              <a:ahLst/>
              <a:cxnLst/>
              <a:rect l="l" t="t" r="r" b="b"/>
              <a:pathLst>
                <a:path w="5859" h="8496" extrusionOk="0">
                  <a:moveTo>
                    <a:pt x="708" y="3500"/>
                  </a:moveTo>
                  <a:cubicBezTo>
                    <a:pt x="1423" y="1382"/>
                    <a:pt x="2993" y="0"/>
                    <a:pt x="4219" y="409"/>
                  </a:cubicBezTo>
                  <a:cubicBezTo>
                    <a:pt x="5446" y="822"/>
                    <a:pt x="5859" y="2874"/>
                    <a:pt x="5143" y="4992"/>
                  </a:cubicBezTo>
                  <a:cubicBezTo>
                    <a:pt x="4428" y="7114"/>
                    <a:pt x="2858" y="8496"/>
                    <a:pt x="1631" y="8087"/>
                  </a:cubicBezTo>
                  <a:cubicBezTo>
                    <a:pt x="413" y="7678"/>
                    <a:pt x="0" y="5622"/>
                    <a:pt x="708" y="35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633;p73"/>
            <p:cNvSpPr/>
            <p:nvPr/>
          </p:nvSpPr>
          <p:spPr>
            <a:xfrm>
              <a:off x="5657200" y="2870547"/>
              <a:ext cx="81934" cy="234856"/>
            </a:xfrm>
            <a:custGeom>
              <a:avLst/>
              <a:gdLst/>
              <a:ahLst/>
              <a:cxnLst/>
              <a:rect l="l" t="t" r="r" b="b"/>
              <a:pathLst>
                <a:path w="4326" h="12400" extrusionOk="0">
                  <a:moveTo>
                    <a:pt x="511" y="10486"/>
                  </a:moveTo>
                  <a:cubicBezTo>
                    <a:pt x="2797" y="10065"/>
                    <a:pt x="4223" y="5433"/>
                    <a:pt x="3263" y="1799"/>
                  </a:cubicBezTo>
                  <a:cubicBezTo>
                    <a:pt x="3148" y="1365"/>
                    <a:pt x="2792" y="384"/>
                    <a:pt x="2658" y="0"/>
                  </a:cubicBezTo>
                  <a:lnTo>
                    <a:pt x="3205" y="613"/>
                  </a:lnTo>
                  <a:cubicBezTo>
                    <a:pt x="4084" y="1971"/>
                    <a:pt x="4325" y="4415"/>
                    <a:pt x="4088" y="6378"/>
                  </a:cubicBezTo>
                  <a:cubicBezTo>
                    <a:pt x="3696" y="9660"/>
                    <a:pt x="2392" y="11815"/>
                    <a:pt x="568" y="12375"/>
                  </a:cubicBezTo>
                  <a:cubicBezTo>
                    <a:pt x="278" y="12399"/>
                    <a:pt x="33" y="11999"/>
                    <a:pt x="17" y="11480"/>
                  </a:cubicBezTo>
                  <a:cubicBezTo>
                    <a:pt x="0" y="10956"/>
                    <a:pt x="221" y="10515"/>
                    <a:pt x="511" y="104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634;p73"/>
            <p:cNvSpPr/>
            <p:nvPr/>
          </p:nvSpPr>
          <p:spPr>
            <a:xfrm>
              <a:off x="6777747" y="3265655"/>
              <a:ext cx="21781" cy="871657"/>
            </a:xfrm>
            <a:custGeom>
              <a:avLst/>
              <a:gdLst/>
              <a:ahLst/>
              <a:cxnLst/>
              <a:rect l="l" t="t" r="r" b="b"/>
              <a:pathLst>
                <a:path w="1150" h="46022" extrusionOk="0">
                  <a:moveTo>
                    <a:pt x="1" y="267"/>
                  </a:moveTo>
                  <a:cubicBezTo>
                    <a:pt x="1" y="115"/>
                    <a:pt x="115" y="1"/>
                    <a:pt x="258" y="1"/>
                  </a:cubicBezTo>
                  <a:cubicBezTo>
                    <a:pt x="410" y="1"/>
                    <a:pt x="524" y="115"/>
                    <a:pt x="524" y="258"/>
                  </a:cubicBezTo>
                  <a:lnTo>
                    <a:pt x="1150" y="45755"/>
                  </a:lnTo>
                  <a:cubicBezTo>
                    <a:pt x="1150" y="45907"/>
                    <a:pt x="1031" y="46021"/>
                    <a:pt x="888" y="46021"/>
                  </a:cubicBezTo>
                  <a:cubicBezTo>
                    <a:pt x="741" y="46021"/>
                    <a:pt x="622" y="45902"/>
                    <a:pt x="622" y="457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635;p73"/>
            <p:cNvSpPr/>
            <p:nvPr/>
          </p:nvSpPr>
          <p:spPr>
            <a:xfrm>
              <a:off x="4701563" y="2375456"/>
              <a:ext cx="302150" cy="2000178"/>
            </a:xfrm>
            <a:custGeom>
              <a:avLst/>
              <a:gdLst/>
              <a:ahLst/>
              <a:cxnLst/>
              <a:rect l="l" t="t" r="r" b="b"/>
              <a:pathLst>
                <a:path w="15953" h="105606" extrusionOk="0">
                  <a:moveTo>
                    <a:pt x="0" y="0"/>
                  </a:moveTo>
                  <a:lnTo>
                    <a:pt x="15952" y="0"/>
                  </a:lnTo>
                  <a:lnTo>
                    <a:pt x="15952" y="105605"/>
                  </a:lnTo>
                  <a:lnTo>
                    <a:pt x="0" y="1056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636;p73"/>
            <p:cNvSpPr/>
            <p:nvPr/>
          </p:nvSpPr>
          <p:spPr>
            <a:xfrm>
              <a:off x="4701639" y="2419813"/>
              <a:ext cx="302226" cy="152183"/>
            </a:xfrm>
            <a:custGeom>
              <a:avLst/>
              <a:gdLst/>
              <a:ahLst/>
              <a:cxnLst/>
              <a:rect l="l" t="t" r="r" b="b"/>
              <a:pathLst>
                <a:path w="15957" h="8035" extrusionOk="0">
                  <a:moveTo>
                    <a:pt x="15957" y="1268"/>
                  </a:moveTo>
                  <a:cubicBezTo>
                    <a:pt x="10634" y="58"/>
                    <a:pt x="5319" y="1"/>
                    <a:pt x="0" y="1268"/>
                  </a:cubicBezTo>
                  <a:lnTo>
                    <a:pt x="0" y="8034"/>
                  </a:lnTo>
                  <a:cubicBezTo>
                    <a:pt x="5319" y="6767"/>
                    <a:pt x="10634" y="6824"/>
                    <a:pt x="15957" y="80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637;p73"/>
            <p:cNvSpPr/>
            <p:nvPr/>
          </p:nvSpPr>
          <p:spPr>
            <a:xfrm>
              <a:off x="4696071" y="2549135"/>
              <a:ext cx="313211" cy="28505"/>
            </a:xfrm>
            <a:custGeom>
              <a:avLst/>
              <a:gdLst/>
              <a:ahLst/>
              <a:cxnLst/>
              <a:rect l="l" t="t" r="r" b="b"/>
              <a:pathLst>
                <a:path w="16537" h="1505" extrusionOk="0">
                  <a:moveTo>
                    <a:pt x="352" y="1468"/>
                  </a:moveTo>
                  <a:cubicBezTo>
                    <a:pt x="209" y="1505"/>
                    <a:pt x="66" y="1411"/>
                    <a:pt x="33" y="1267"/>
                  </a:cubicBezTo>
                  <a:cubicBezTo>
                    <a:pt x="0" y="1124"/>
                    <a:pt x="90" y="981"/>
                    <a:pt x="233" y="945"/>
                  </a:cubicBezTo>
                  <a:cubicBezTo>
                    <a:pt x="2911" y="307"/>
                    <a:pt x="5589" y="0"/>
                    <a:pt x="8270" y="12"/>
                  </a:cubicBezTo>
                  <a:cubicBezTo>
                    <a:pt x="10948" y="16"/>
                    <a:pt x="13634" y="339"/>
                    <a:pt x="16304" y="945"/>
                  </a:cubicBezTo>
                  <a:cubicBezTo>
                    <a:pt x="16447" y="977"/>
                    <a:pt x="16537" y="1120"/>
                    <a:pt x="16504" y="1263"/>
                  </a:cubicBezTo>
                  <a:cubicBezTo>
                    <a:pt x="16475" y="1406"/>
                    <a:pt x="16332" y="1496"/>
                    <a:pt x="16189" y="1464"/>
                  </a:cubicBezTo>
                  <a:cubicBezTo>
                    <a:pt x="13544" y="859"/>
                    <a:pt x="10907" y="544"/>
                    <a:pt x="8266" y="536"/>
                  </a:cubicBezTo>
                  <a:cubicBezTo>
                    <a:pt x="5634" y="532"/>
                    <a:pt x="2993" y="834"/>
                    <a:pt x="352" y="14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638;p73"/>
            <p:cNvSpPr/>
            <p:nvPr/>
          </p:nvSpPr>
          <p:spPr>
            <a:xfrm>
              <a:off x="4701639" y="4163221"/>
              <a:ext cx="302226" cy="152164"/>
            </a:xfrm>
            <a:custGeom>
              <a:avLst/>
              <a:gdLst/>
              <a:ahLst/>
              <a:cxnLst/>
              <a:rect l="l" t="t" r="r" b="b"/>
              <a:pathLst>
                <a:path w="15957" h="8034" extrusionOk="0">
                  <a:moveTo>
                    <a:pt x="15957" y="6766"/>
                  </a:moveTo>
                  <a:cubicBezTo>
                    <a:pt x="10634" y="7985"/>
                    <a:pt x="5319" y="8034"/>
                    <a:pt x="0" y="6766"/>
                  </a:cubicBezTo>
                  <a:lnTo>
                    <a:pt x="0" y="1"/>
                  </a:lnTo>
                  <a:cubicBezTo>
                    <a:pt x="5319" y="1268"/>
                    <a:pt x="10634" y="1211"/>
                    <a:pt x="15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639;p73"/>
            <p:cNvSpPr/>
            <p:nvPr/>
          </p:nvSpPr>
          <p:spPr>
            <a:xfrm>
              <a:off x="4696071" y="4157729"/>
              <a:ext cx="313059" cy="28277"/>
            </a:xfrm>
            <a:custGeom>
              <a:avLst/>
              <a:gdLst/>
              <a:ahLst/>
              <a:cxnLst/>
              <a:rect l="l" t="t" r="r" b="b"/>
              <a:pathLst>
                <a:path w="16529" h="1493" extrusionOk="0">
                  <a:moveTo>
                    <a:pt x="229" y="552"/>
                  </a:moveTo>
                  <a:cubicBezTo>
                    <a:pt x="86" y="515"/>
                    <a:pt x="0" y="372"/>
                    <a:pt x="29" y="229"/>
                  </a:cubicBezTo>
                  <a:cubicBezTo>
                    <a:pt x="66" y="86"/>
                    <a:pt x="209" y="0"/>
                    <a:pt x="348" y="33"/>
                  </a:cubicBezTo>
                  <a:cubicBezTo>
                    <a:pt x="2989" y="658"/>
                    <a:pt x="5625" y="961"/>
                    <a:pt x="8262" y="957"/>
                  </a:cubicBezTo>
                  <a:cubicBezTo>
                    <a:pt x="10899" y="953"/>
                    <a:pt x="13540" y="634"/>
                    <a:pt x="16181" y="33"/>
                  </a:cubicBezTo>
                  <a:cubicBezTo>
                    <a:pt x="16324" y="0"/>
                    <a:pt x="16467" y="86"/>
                    <a:pt x="16500" y="229"/>
                  </a:cubicBezTo>
                  <a:cubicBezTo>
                    <a:pt x="16528" y="372"/>
                    <a:pt x="16443" y="515"/>
                    <a:pt x="16300" y="548"/>
                  </a:cubicBezTo>
                  <a:cubicBezTo>
                    <a:pt x="13622" y="1161"/>
                    <a:pt x="10944" y="1476"/>
                    <a:pt x="8266" y="1484"/>
                  </a:cubicBezTo>
                  <a:cubicBezTo>
                    <a:pt x="5589" y="1492"/>
                    <a:pt x="2907" y="1190"/>
                    <a:pt x="229" y="5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640;p73"/>
            <p:cNvSpPr/>
            <p:nvPr/>
          </p:nvSpPr>
          <p:spPr>
            <a:xfrm>
              <a:off x="4696525" y="2370493"/>
              <a:ext cx="10095" cy="2010178"/>
            </a:xfrm>
            <a:custGeom>
              <a:avLst/>
              <a:gdLst/>
              <a:ahLst/>
              <a:cxnLst/>
              <a:rect l="l" t="t" r="r" b="b"/>
              <a:pathLst>
                <a:path w="533" h="106134" extrusionOk="0">
                  <a:moveTo>
                    <a:pt x="532" y="105867"/>
                  </a:moveTo>
                  <a:cubicBezTo>
                    <a:pt x="532" y="106015"/>
                    <a:pt x="414" y="106133"/>
                    <a:pt x="266" y="106133"/>
                  </a:cubicBezTo>
                  <a:cubicBezTo>
                    <a:pt x="119" y="106133"/>
                    <a:pt x="1" y="106015"/>
                    <a:pt x="1" y="105867"/>
                  </a:cubicBezTo>
                  <a:lnTo>
                    <a:pt x="1" y="267"/>
                  </a:lnTo>
                  <a:cubicBezTo>
                    <a:pt x="1" y="115"/>
                    <a:pt x="119" y="1"/>
                    <a:pt x="266" y="1"/>
                  </a:cubicBezTo>
                  <a:cubicBezTo>
                    <a:pt x="414" y="1"/>
                    <a:pt x="532" y="115"/>
                    <a:pt x="532" y="2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641;p73"/>
            <p:cNvSpPr/>
            <p:nvPr/>
          </p:nvSpPr>
          <p:spPr>
            <a:xfrm>
              <a:off x="4745845" y="2801246"/>
              <a:ext cx="27520" cy="1185606"/>
            </a:xfrm>
            <a:custGeom>
              <a:avLst/>
              <a:gdLst/>
              <a:ahLst/>
              <a:cxnLst/>
              <a:rect l="l" t="t" r="r" b="b"/>
              <a:pathLst>
                <a:path w="1453" h="62598" extrusionOk="0">
                  <a:moveTo>
                    <a:pt x="1" y="62213"/>
                  </a:moveTo>
                  <a:lnTo>
                    <a:pt x="1" y="384"/>
                  </a:lnTo>
                  <a:cubicBezTo>
                    <a:pt x="1" y="176"/>
                    <a:pt x="177" y="0"/>
                    <a:pt x="385" y="0"/>
                  </a:cubicBezTo>
                  <a:lnTo>
                    <a:pt x="1072" y="0"/>
                  </a:lnTo>
                  <a:cubicBezTo>
                    <a:pt x="1280" y="0"/>
                    <a:pt x="1452" y="176"/>
                    <a:pt x="1452" y="384"/>
                  </a:cubicBezTo>
                  <a:lnTo>
                    <a:pt x="1452" y="62213"/>
                  </a:lnTo>
                  <a:cubicBezTo>
                    <a:pt x="1452" y="62422"/>
                    <a:pt x="1280" y="62598"/>
                    <a:pt x="1072" y="62598"/>
                  </a:cubicBezTo>
                  <a:lnTo>
                    <a:pt x="385" y="62598"/>
                  </a:lnTo>
                  <a:cubicBezTo>
                    <a:pt x="177" y="62598"/>
                    <a:pt x="1" y="62422"/>
                    <a:pt x="1" y="622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642;p73"/>
            <p:cNvSpPr/>
            <p:nvPr/>
          </p:nvSpPr>
          <p:spPr>
            <a:xfrm>
              <a:off x="4806548" y="2801246"/>
              <a:ext cx="27520" cy="1185606"/>
            </a:xfrm>
            <a:custGeom>
              <a:avLst/>
              <a:gdLst/>
              <a:ahLst/>
              <a:cxnLst/>
              <a:rect l="l" t="t" r="r" b="b"/>
              <a:pathLst>
                <a:path w="1453" h="62598" extrusionOk="0">
                  <a:moveTo>
                    <a:pt x="1" y="62213"/>
                  </a:moveTo>
                  <a:lnTo>
                    <a:pt x="1" y="384"/>
                  </a:lnTo>
                  <a:cubicBezTo>
                    <a:pt x="1" y="176"/>
                    <a:pt x="173" y="0"/>
                    <a:pt x="385" y="0"/>
                  </a:cubicBezTo>
                  <a:lnTo>
                    <a:pt x="1068" y="0"/>
                  </a:lnTo>
                  <a:cubicBezTo>
                    <a:pt x="1276" y="0"/>
                    <a:pt x="1452" y="176"/>
                    <a:pt x="1452" y="384"/>
                  </a:cubicBezTo>
                  <a:lnTo>
                    <a:pt x="1452" y="62213"/>
                  </a:lnTo>
                  <a:cubicBezTo>
                    <a:pt x="1452" y="62422"/>
                    <a:pt x="1276" y="62598"/>
                    <a:pt x="1068" y="62598"/>
                  </a:cubicBezTo>
                  <a:lnTo>
                    <a:pt x="385" y="62598"/>
                  </a:lnTo>
                  <a:cubicBezTo>
                    <a:pt x="177" y="62598"/>
                    <a:pt x="1" y="62422"/>
                    <a:pt x="1" y="622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643;p73"/>
            <p:cNvSpPr/>
            <p:nvPr/>
          </p:nvSpPr>
          <p:spPr>
            <a:xfrm>
              <a:off x="4867345" y="2801246"/>
              <a:ext cx="27501" cy="1185606"/>
            </a:xfrm>
            <a:custGeom>
              <a:avLst/>
              <a:gdLst/>
              <a:ahLst/>
              <a:cxnLst/>
              <a:rect l="l" t="t" r="r" b="b"/>
              <a:pathLst>
                <a:path w="1452" h="62598" extrusionOk="0">
                  <a:moveTo>
                    <a:pt x="0" y="62213"/>
                  </a:moveTo>
                  <a:lnTo>
                    <a:pt x="0" y="384"/>
                  </a:lnTo>
                  <a:cubicBezTo>
                    <a:pt x="0" y="176"/>
                    <a:pt x="176" y="0"/>
                    <a:pt x="384" y="0"/>
                  </a:cubicBezTo>
                  <a:lnTo>
                    <a:pt x="1067" y="0"/>
                  </a:lnTo>
                  <a:cubicBezTo>
                    <a:pt x="1280" y="0"/>
                    <a:pt x="1451" y="176"/>
                    <a:pt x="1451" y="384"/>
                  </a:cubicBezTo>
                  <a:lnTo>
                    <a:pt x="1451" y="62213"/>
                  </a:lnTo>
                  <a:cubicBezTo>
                    <a:pt x="1451" y="62422"/>
                    <a:pt x="1280" y="62598"/>
                    <a:pt x="1067" y="62598"/>
                  </a:cubicBezTo>
                  <a:lnTo>
                    <a:pt x="384" y="62598"/>
                  </a:lnTo>
                  <a:cubicBezTo>
                    <a:pt x="168" y="62598"/>
                    <a:pt x="0" y="62422"/>
                    <a:pt x="0" y="622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644;p73"/>
            <p:cNvSpPr/>
            <p:nvPr/>
          </p:nvSpPr>
          <p:spPr>
            <a:xfrm>
              <a:off x="4928048" y="2801246"/>
              <a:ext cx="27501" cy="1185606"/>
            </a:xfrm>
            <a:custGeom>
              <a:avLst/>
              <a:gdLst/>
              <a:ahLst/>
              <a:cxnLst/>
              <a:rect l="l" t="t" r="r" b="b"/>
              <a:pathLst>
                <a:path w="1452" h="62598" extrusionOk="0">
                  <a:moveTo>
                    <a:pt x="0" y="62213"/>
                  </a:moveTo>
                  <a:lnTo>
                    <a:pt x="0" y="384"/>
                  </a:lnTo>
                  <a:cubicBezTo>
                    <a:pt x="0" y="176"/>
                    <a:pt x="172" y="0"/>
                    <a:pt x="385" y="0"/>
                  </a:cubicBezTo>
                  <a:lnTo>
                    <a:pt x="1067" y="0"/>
                  </a:lnTo>
                  <a:cubicBezTo>
                    <a:pt x="1276" y="0"/>
                    <a:pt x="1452" y="176"/>
                    <a:pt x="1452" y="384"/>
                  </a:cubicBezTo>
                  <a:lnTo>
                    <a:pt x="1452" y="62213"/>
                  </a:lnTo>
                  <a:cubicBezTo>
                    <a:pt x="1452" y="62422"/>
                    <a:pt x="1276" y="62598"/>
                    <a:pt x="1067" y="62598"/>
                  </a:cubicBezTo>
                  <a:lnTo>
                    <a:pt x="385" y="62598"/>
                  </a:lnTo>
                  <a:cubicBezTo>
                    <a:pt x="172" y="62598"/>
                    <a:pt x="0" y="62422"/>
                    <a:pt x="0" y="622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645;p73"/>
            <p:cNvSpPr/>
            <p:nvPr/>
          </p:nvSpPr>
          <p:spPr>
            <a:xfrm>
              <a:off x="5011043" y="2016637"/>
              <a:ext cx="666063" cy="703545"/>
            </a:xfrm>
            <a:custGeom>
              <a:avLst/>
              <a:gdLst/>
              <a:ahLst/>
              <a:cxnLst/>
              <a:rect l="l" t="t" r="r" b="b"/>
              <a:pathLst>
                <a:path w="35167" h="37146" extrusionOk="0">
                  <a:moveTo>
                    <a:pt x="14178" y="23426"/>
                  </a:moveTo>
                  <a:lnTo>
                    <a:pt x="8128" y="26868"/>
                  </a:lnTo>
                  <a:cubicBezTo>
                    <a:pt x="1" y="12699"/>
                    <a:pt x="24076" y="1"/>
                    <a:pt x="30568" y="18561"/>
                  </a:cubicBezTo>
                  <a:cubicBezTo>
                    <a:pt x="32640" y="24493"/>
                    <a:pt x="30609" y="28099"/>
                    <a:pt x="35167" y="31655"/>
                  </a:cubicBezTo>
                  <a:lnTo>
                    <a:pt x="30878" y="31827"/>
                  </a:lnTo>
                  <a:lnTo>
                    <a:pt x="30874" y="37146"/>
                  </a:lnTo>
                  <a:cubicBezTo>
                    <a:pt x="22911" y="30924"/>
                    <a:pt x="27097" y="23872"/>
                    <a:pt x="23884" y="16852"/>
                  </a:cubicBezTo>
                  <a:cubicBezTo>
                    <a:pt x="21778" y="12249"/>
                    <a:pt x="19011" y="10994"/>
                    <a:pt x="16999" y="11080"/>
                  </a:cubicBezTo>
                  <a:cubicBezTo>
                    <a:pt x="13238" y="11227"/>
                    <a:pt x="10875" y="17662"/>
                    <a:pt x="14178" y="2342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646;p73"/>
            <p:cNvSpPr/>
            <p:nvPr/>
          </p:nvSpPr>
          <p:spPr>
            <a:xfrm>
              <a:off x="5241391" y="2213007"/>
              <a:ext cx="302226" cy="135591"/>
            </a:xfrm>
            <a:custGeom>
              <a:avLst/>
              <a:gdLst/>
              <a:ahLst/>
              <a:cxnLst/>
              <a:rect l="l" t="t" r="r" b="b"/>
              <a:pathLst>
                <a:path w="15957" h="7159" extrusionOk="0">
                  <a:moveTo>
                    <a:pt x="716" y="6856"/>
                  </a:moveTo>
                  <a:cubicBezTo>
                    <a:pt x="733" y="6999"/>
                    <a:pt x="626" y="7134"/>
                    <a:pt x="475" y="7142"/>
                  </a:cubicBezTo>
                  <a:cubicBezTo>
                    <a:pt x="328" y="7159"/>
                    <a:pt x="201" y="7053"/>
                    <a:pt x="193" y="6905"/>
                  </a:cubicBezTo>
                  <a:cubicBezTo>
                    <a:pt x="1" y="4874"/>
                    <a:pt x="655" y="3246"/>
                    <a:pt x="1812" y="2085"/>
                  </a:cubicBezTo>
                  <a:cubicBezTo>
                    <a:pt x="2683" y="1207"/>
                    <a:pt x="3840" y="601"/>
                    <a:pt x="5132" y="303"/>
                  </a:cubicBezTo>
                  <a:cubicBezTo>
                    <a:pt x="6415" y="1"/>
                    <a:pt x="7830" y="1"/>
                    <a:pt x="9236" y="323"/>
                  </a:cubicBezTo>
                  <a:cubicBezTo>
                    <a:pt x="11807" y="920"/>
                    <a:pt x="14330" y="2617"/>
                    <a:pt x="15892" y="5597"/>
                  </a:cubicBezTo>
                  <a:cubicBezTo>
                    <a:pt x="15957" y="5724"/>
                    <a:pt x="15904" y="5887"/>
                    <a:pt x="15777" y="5953"/>
                  </a:cubicBezTo>
                  <a:cubicBezTo>
                    <a:pt x="15650" y="6018"/>
                    <a:pt x="15487" y="5969"/>
                    <a:pt x="15421" y="5842"/>
                  </a:cubicBezTo>
                  <a:cubicBezTo>
                    <a:pt x="13937" y="3009"/>
                    <a:pt x="11546" y="1399"/>
                    <a:pt x="9113" y="839"/>
                  </a:cubicBezTo>
                  <a:cubicBezTo>
                    <a:pt x="7789" y="532"/>
                    <a:pt x="6456" y="532"/>
                    <a:pt x="5250" y="818"/>
                  </a:cubicBezTo>
                  <a:cubicBezTo>
                    <a:pt x="4052" y="1100"/>
                    <a:pt x="2981" y="1656"/>
                    <a:pt x="2184" y="2457"/>
                  </a:cubicBezTo>
                  <a:cubicBezTo>
                    <a:pt x="1137" y="3516"/>
                    <a:pt x="536" y="4996"/>
                    <a:pt x="716" y="68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647;p73"/>
            <p:cNvSpPr/>
            <p:nvPr/>
          </p:nvSpPr>
          <p:spPr>
            <a:xfrm>
              <a:off x="5003770" y="2375456"/>
              <a:ext cx="302226" cy="2000178"/>
            </a:xfrm>
            <a:custGeom>
              <a:avLst/>
              <a:gdLst/>
              <a:ahLst/>
              <a:cxnLst/>
              <a:rect l="l" t="t" r="r" b="b"/>
              <a:pathLst>
                <a:path w="15957" h="105606" extrusionOk="0">
                  <a:moveTo>
                    <a:pt x="0" y="0"/>
                  </a:moveTo>
                  <a:lnTo>
                    <a:pt x="15956" y="0"/>
                  </a:lnTo>
                  <a:lnTo>
                    <a:pt x="15956" y="105605"/>
                  </a:lnTo>
                  <a:lnTo>
                    <a:pt x="0" y="1056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648;p73"/>
            <p:cNvSpPr/>
            <p:nvPr/>
          </p:nvSpPr>
          <p:spPr>
            <a:xfrm>
              <a:off x="5062389" y="2772590"/>
              <a:ext cx="155952" cy="1242919"/>
            </a:xfrm>
            <a:custGeom>
              <a:avLst/>
              <a:gdLst/>
              <a:ahLst/>
              <a:cxnLst/>
              <a:rect l="l" t="t" r="r" b="b"/>
              <a:pathLst>
                <a:path w="8234" h="65624" extrusionOk="0">
                  <a:moveTo>
                    <a:pt x="0" y="63448"/>
                  </a:moveTo>
                  <a:lnTo>
                    <a:pt x="0" y="2175"/>
                  </a:lnTo>
                  <a:cubicBezTo>
                    <a:pt x="0" y="978"/>
                    <a:pt x="977" y="1"/>
                    <a:pt x="2171" y="1"/>
                  </a:cubicBezTo>
                  <a:lnTo>
                    <a:pt x="6059" y="1"/>
                  </a:lnTo>
                  <a:cubicBezTo>
                    <a:pt x="7257" y="1"/>
                    <a:pt x="8234" y="978"/>
                    <a:pt x="8234" y="2175"/>
                  </a:cubicBezTo>
                  <a:lnTo>
                    <a:pt x="8234" y="63448"/>
                  </a:lnTo>
                  <a:cubicBezTo>
                    <a:pt x="8234" y="64646"/>
                    <a:pt x="7257" y="65623"/>
                    <a:pt x="6059" y="65623"/>
                  </a:cubicBezTo>
                  <a:lnTo>
                    <a:pt x="2171" y="65623"/>
                  </a:lnTo>
                  <a:cubicBezTo>
                    <a:pt x="981" y="65623"/>
                    <a:pt x="0" y="64646"/>
                    <a:pt x="0" y="634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649;p73"/>
            <p:cNvSpPr/>
            <p:nvPr/>
          </p:nvSpPr>
          <p:spPr>
            <a:xfrm>
              <a:off x="5003770" y="2528226"/>
              <a:ext cx="302226" cy="152164"/>
            </a:xfrm>
            <a:custGeom>
              <a:avLst/>
              <a:gdLst/>
              <a:ahLst/>
              <a:cxnLst/>
              <a:rect l="l" t="t" r="r" b="b"/>
              <a:pathLst>
                <a:path w="15957" h="8034" extrusionOk="0">
                  <a:moveTo>
                    <a:pt x="15956" y="1268"/>
                  </a:moveTo>
                  <a:cubicBezTo>
                    <a:pt x="10638" y="53"/>
                    <a:pt x="5323" y="0"/>
                    <a:pt x="0" y="1268"/>
                  </a:cubicBezTo>
                  <a:lnTo>
                    <a:pt x="0" y="8034"/>
                  </a:lnTo>
                  <a:cubicBezTo>
                    <a:pt x="5323" y="6766"/>
                    <a:pt x="10638" y="6823"/>
                    <a:pt x="15956" y="80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650;p73"/>
            <p:cNvSpPr/>
            <p:nvPr/>
          </p:nvSpPr>
          <p:spPr>
            <a:xfrm>
              <a:off x="4998107" y="2657529"/>
              <a:ext cx="313230" cy="28505"/>
            </a:xfrm>
            <a:custGeom>
              <a:avLst/>
              <a:gdLst/>
              <a:ahLst/>
              <a:cxnLst/>
              <a:rect l="l" t="t" r="r" b="b"/>
              <a:pathLst>
                <a:path w="16538" h="1505" extrusionOk="0">
                  <a:moveTo>
                    <a:pt x="357" y="1468"/>
                  </a:moveTo>
                  <a:cubicBezTo>
                    <a:pt x="214" y="1505"/>
                    <a:pt x="70" y="1411"/>
                    <a:pt x="38" y="1268"/>
                  </a:cubicBezTo>
                  <a:cubicBezTo>
                    <a:pt x="1" y="1125"/>
                    <a:pt x="91" y="982"/>
                    <a:pt x="234" y="945"/>
                  </a:cubicBezTo>
                  <a:cubicBezTo>
                    <a:pt x="2912" y="307"/>
                    <a:pt x="5589" y="1"/>
                    <a:pt x="8275" y="13"/>
                  </a:cubicBezTo>
                  <a:cubicBezTo>
                    <a:pt x="10953" y="17"/>
                    <a:pt x="13635" y="340"/>
                    <a:pt x="16309" y="945"/>
                  </a:cubicBezTo>
                  <a:cubicBezTo>
                    <a:pt x="16452" y="978"/>
                    <a:pt x="16538" y="1121"/>
                    <a:pt x="16505" y="1264"/>
                  </a:cubicBezTo>
                  <a:cubicBezTo>
                    <a:pt x="16476" y="1407"/>
                    <a:pt x="16333" y="1493"/>
                    <a:pt x="16190" y="1464"/>
                  </a:cubicBezTo>
                  <a:cubicBezTo>
                    <a:pt x="13549" y="859"/>
                    <a:pt x="10912" y="548"/>
                    <a:pt x="8267" y="536"/>
                  </a:cubicBezTo>
                  <a:cubicBezTo>
                    <a:pt x="5643" y="532"/>
                    <a:pt x="3002" y="835"/>
                    <a:pt x="357" y="14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651;p73"/>
            <p:cNvSpPr/>
            <p:nvPr/>
          </p:nvSpPr>
          <p:spPr>
            <a:xfrm>
              <a:off x="5003770" y="4098181"/>
              <a:ext cx="302226" cy="152164"/>
            </a:xfrm>
            <a:custGeom>
              <a:avLst/>
              <a:gdLst/>
              <a:ahLst/>
              <a:cxnLst/>
              <a:rect l="l" t="t" r="r" b="b"/>
              <a:pathLst>
                <a:path w="15957" h="8034" extrusionOk="0">
                  <a:moveTo>
                    <a:pt x="15956" y="6766"/>
                  </a:moveTo>
                  <a:cubicBezTo>
                    <a:pt x="10638" y="7981"/>
                    <a:pt x="5323" y="8034"/>
                    <a:pt x="0" y="6766"/>
                  </a:cubicBezTo>
                  <a:lnTo>
                    <a:pt x="0" y="1"/>
                  </a:lnTo>
                  <a:cubicBezTo>
                    <a:pt x="5323" y="1268"/>
                    <a:pt x="10638" y="1215"/>
                    <a:pt x="159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652;p73"/>
            <p:cNvSpPr/>
            <p:nvPr/>
          </p:nvSpPr>
          <p:spPr>
            <a:xfrm>
              <a:off x="4998277" y="4092689"/>
              <a:ext cx="313211" cy="28277"/>
            </a:xfrm>
            <a:custGeom>
              <a:avLst/>
              <a:gdLst/>
              <a:ahLst/>
              <a:cxnLst/>
              <a:rect l="l" t="t" r="r" b="b"/>
              <a:pathLst>
                <a:path w="16537" h="1493" extrusionOk="0">
                  <a:moveTo>
                    <a:pt x="233" y="552"/>
                  </a:moveTo>
                  <a:cubicBezTo>
                    <a:pt x="90" y="515"/>
                    <a:pt x="0" y="372"/>
                    <a:pt x="33" y="229"/>
                  </a:cubicBezTo>
                  <a:cubicBezTo>
                    <a:pt x="70" y="86"/>
                    <a:pt x="213" y="0"/>
                    <a:pt x="356" y="29"/>
                  </a:cubicBezTo>
                  <a:cubicBezTo>
                    <a:pt x="2997" y="658"/>
                    <a:pt x="5634" y="961"/>
                    <a:pt x="8270" y="957"/>
                  </a:cubicBezTo>
                  <a:cubicBezTo>
                    <a:pt x="10907" y="949"/>
                    <a:pt x="13548" y="634"/>
                    <a:pt x="16189" y="29"/>
                  </a:cubicBezTo>
                  <a:cubicBezTo>
                    <a:pt x="16332" y="0"/>
                    <a:pt x="16475" y="86"/>
                    <a:pt x="16508" y="229"/>
                  </a:cubicBezTo>
                  <a:cubicBezTo>
                    <a:pt x="16537" y="372"/>
                    <a:pt x="16451" y="515"/>
                    <a:pt x="16308" y="548"/>
                  </a:cubicBezTo>
                  <a:cubicBezTo>
                    <a:pt x="13630" y="1161"/>
                    <a:pt x="10952" y="1476"/>
                    <a:pt x="8275" y="1480"/>
                  </a:cubicBezTo>
                  <a:cubicBezTo>
                    <a:pt x="5589" y="1492"/>
                    <a:pt x="2903" y="1190"/>
                    <a:pt x="233" y="5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653;p73"/>
            <p:cNvSpPr/>
            <p:nvPr/>
          </p:nvSpPr>
          <p:spPr>
            <a:xfrm>
              <a:off x="4998732" y="2370493"/>
              <a:ext cx="10171" cy="2010178"/>
            </a:xfrm>
            <a:custGeom>
              <a:avLst/>
              <a:gdLst/>
              <a:ahLst/>
              <a:cxnLst/>
              <a:rect l="l" t="t" r="r" b="b"/>
              <a:pathLst>
                <a:path w="537" h="106134" extrusionOk="0">
                  <a:moveTo>
                    <a:pt x="536" y="105867"/>
                  </a:moveTo>
                  <a:cubicBezTo>
                    <a:pt x="536" y="106015"/>
                    <a:pt x="418" y="106133"/>
                    <a:pt x="266" y="106133"/>
                  </a:cubicBezTo>
                  <a:cubicBezTo>
                    <a:pt x="119" y="106133"/>
                    <a:pt x="1" y="106015"/>
                    <a:pt x="1" y="105867"/>
                  </a:cubicBezTo>
                  <a:lnTo>
                    <a:pt x="1" y="267"/>
                  </a:lnTo>
                  <a:cubicBezTo>
                    <a:pt x="1" y="115"/>
                    <a:pt x="119" y="1"/>
                    <a:pt x="266" y="1"/>
                  </a:cubicBezTo>
                  <a:cubicBezTo>
                    <a:pt x="418" y="1"/>
                    <a:pt x="536" y="115"/>
                    <a:pt x="536" y="2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654;p73"/>
            <p:cNvSpPr/>
            <p:nvPr/>
          </p:nvSpPr>
          <p:spPr>
            <a:xfrm>
              <a:off x="5537177" y="4160361"/>
              <a:ext cx="1020468" cy="169115"/>
            </a:xfrm>
            <a:custGeom>
              <a:avLst/>
              <a:gdLst/>
              <a:ahLst/>
              <a:cxnLst/>
              <a:rect l="l" t="t" r="r" b="b"/>
              <a:pathLst>
                <a:path w="53879" h="8929" extrusionOk="0">
                  <a:moveTo>
                    <a:pt x="53878" y="8745"/>
                  </a:moveTo>
                  <a:lnTo>
                    <a:pt x="1" y="8929"/>
                  </a:lnTo>
                  <a:cubicBezTo>
                    <a:pt x="1" y="8929"/>
                    <a:pt x="17334" y="0"/>
                    <a:pt x="37836" y="1043"/>
                  </a:cubicBezTo>
                  <a:cubicBezTo>
                    <a:pt x="46900" y="1497"/>
                    <a:pt x="51528" y="4988"/>
                    <a:pt x="53878" y="874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655;p73"/>
            <p:cNvSpPr/>
            <p:nvPr/>
          </p:nvSpPr>
          <p:spPr>
            <a:xfrm>
              <a:off x="6557627" y="4160361"/>
              <a:ext cx="1020525" cy="169115"/>
            </a:xfrm>
            <a:custGeom>
              <a:avLst/>
              <a:gdLst/>
              <a:ahLst/>
              <a:cxnLst/>
              <a:rect l="l" t="t" r="r" b="b"/>
              <a:pathLst>
                <a:path w="53882" h="8929" extrusionOk="0">
                  <a:moveTo>
                    <a:pt x="0" y="8745"/>
                  </a:moveTo>
                  <a:lnTo>
                    <a:pt x="53882" y="8929"/>
                  </a:lnTo>
                  <a:cubicBezTo>
                    <a:pt x="53882" y="8929"/>
                    <a:pt x="36548" y="0"/>
                    <a:pt x="16046" y="1043"/>
                  </a:cubicBezTo>
                  <a:cubicBezTo>
                    <a:pt x="6983" y="1497"/>
                    <a:pt x="2351" y="4988"/>
                    <a:pt x="0" y="874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656;p73"/>
            <p:cNvSpPr/>
            <p:nvPr/>
          </p:nvSpPr>
          <p:spPr>
            <a:xfrm>
              <a:off x="5519146" y="4137898"/>
              <a:ext cx="1046075" cy="199249"/>
            </a:xfrm>
            <a:custGeom>
              <a:avLst/>
              <a:gdLst/>
              <a:ahLst/>
              <a:cxnLst/>
              <a:rect l="l" t="t" r="r" b="b"/>
              <a:pathLst>
                <a:path w="55231" h="10520" extrusionOk="0">
                  <a:moveTo>
                    <a:pt x="532" y="8790"/>
                  </a:moveTo>
                  <a:cubicBezTo>
                    <a:pt x="348" y="8860"/>
                    <a:pt x="143" y="8774"/>
                    <a:pt x="70" y="8594"/>
                  </a:cubicBezTo>
                  <a:cubicBezTo>
                    <a:pt x="0" y="8418"/>
                    <a:pt x="86" y="8206"/>
                    <a:pt x="266" y="8136"/>
                  </a:cubicBezTo>
                  <a:cubicBezTo>
                    <a:pt x="7543" y="5176"/>
                    <a:pt x="23695" y="1"/>
                    <a:pt x="36793" y="397"/>
                  </a:cubicBezTo>
                  <a:cubicBezTo>
                    <a:pt x="45162" y="655"/>
                    <a:pt x="52296" y="3177"/>
                    <a:pt x="55153" y="9980"/>
                  </a:cubicBezTo>
                  <a:cubicBezTo>
                    <a:pt x="55231" y="10160"/>
                    <a:pt x="55141" y="10368"/>
                    <a:pt x="54965" y="10446"/>
                  </a:cubicBezTo>
                  <a:cubicBezTo>
                    <a:pt x="54785" y="10520"/>
                    <a:pt x="54577" y="10434"/>
                    <a:pt x="54499" y="10258"/>
                  </a:cubicBezTo>
                  <a:cubicBezTo>
                    <a:pt x="51768" y="3766"/>
                    <a:pt x="44876" y="1354"/>
                    <a:pt x="36773" y="1109"/>
                  </a:cubicBezTo>
                  <a:cubicBezTo>
                    <a:pt x="23801" y="704"/>
                    <a:pt x="7759" y="5847"/>
                    <a:pt x="532" y="87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657;p73"/>
            <p:cNvSpPr/>
            <p:nvPr/>
          </p:nvSpPr>
          <p:spPr>
            <a:xfrm>
              <a:off x="5580455" y="4105852"/>
              <a:ext cx="984539" cy="230822"/>
            </a:xfrm>
            <a:custGeom>
              <a:avLst/>
              <a:gdLst/>
              <a:ahLst/>
              <a:cxnLst/>
              <a:rect l="l" t="t" r="r" b="b"/>
              <a:pathLst>
                <a:path w="51982" h="12187" extrusionOk="0">
                  <a:moveTo>
                    <a:pt x="516" y="7539"/>
                  </a:moveTo>
                  <a:cubicBezTo>
                    <a:pt x="332" y="7604"/>
                    <a:pt x="136" y="7506"/>
                    <a:pt x="66" y="7322"/>
                  </a:cubicBezTo>
                  <a:cubicBezTo>
                    <a:pt x="1" y="7138"/>
                    <a:pt x="99" y="6934"/>
                    <a:pt x="287" y="6872"/>
                  </a:cubicBezTo>
                  <a:cubicBezTo>
                    <a:pt x="6329" y="4755"/>
                    <a:pt x="11799" y="3222"/>
                    <a:pt x="16721" y="2191"/>
                  </a:cubicBezTo>
                  <a:cubicBezTo>
                    <a:pt x="27199" y="0"/>
                    <a:pt x="35196" y="86"/>
                    <a:pt x="40919" y="1672"/>
                  </a:cubicBezTo>
                  <a:cubicBezTo>
                    <a:pt x="46708" y="3275"/>
                    <a:pt x="50183" y="6415"/>
                    <a:pt x="51544" y="10286"/>
                  </a:cubicBezTo>
                  <a:cubicBezTo>
                    <a:pt x="51704" y="10756"/>
                    <a:pt x="51838" y="11239"/>
                    <a:pt x="51941" y="11729"/>
                  </a:cubicBezTo>
                  <a:cubicBezTo>
                    <a:pt x="51982" y="11917"/>
                    <a:pt x="51859" y="12105"/>
                    <a:pt x="51667" y="12146"/>
                  </a:cubicBezTo>
                  <a:cubicBezTo>
                    <a:pt x="51475" y="12187"/>
                    <a:pt x="51287" y="12064"/>
                    <a:pt x="51246" y="11872"/>
                  </a:cubicBezTo>
                  <a:cubicBezTo>
                    <a:pt x="51148" y="11410"/>
                    <a:pt x="51025" y="10956"/>
                    <a:pt x="50870" y="10519"/>
                  </a:cubicBezTo>
                  <a:cubicBezTo>
                    <a:pt x="49586" y="6860"/>
                    <a:pt x="46270" y="3884"/>
                    <a:pt x="40723" y="2347"/>
                  </a:cubicBezTo>
                  <a:cubicBezTo>
                    <a:pt x="35110" y="785"/>
                    <a:pt x="27220" y="712"/>
                    <a:pt x="16864" y="2878"/>
                  </a:cubicBezTo>
                  <a:cubicBezTo>
                    <a:pt x="11971" y="3904"/>
                    <a:pt x="6534" y="5433"/>
                    <a:pt x="516" y="75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658;p73"/>
            <p:cNvSpPr/>
            <p:nvPr/>
          </p:nvSpPr>
          <p:spPr>
            <a:xfrm>
              <a:off x="6550107" y="4137898"/>
              <a:ext cx="1046094" cy="199097"/>
            </a:xfrm>
            <a:custGeom>
              <a:avLst/>
              <a:gdLst/>
              <a:ahLst/>
              <a:cxnLst/>
              <a:rect l="l" t="t" r="r" b="b"/>
              <a:pathLst>
                <a:path w="55232" h="10512" extrusionOk="0">
                  <a:moveTo>
                    <a:pt x="54966" y="8132"/>
                  </a:moveTo>
                  <a:cubicBezTo>
                    <a:pt x="55141" y="8202"/>
                    <a:pt x="55231" y="8410"/>
                    <a:pt x="55158" y="8590"/>
                  </a:cubicBezTo>
                  <a:cubicBezTo>
                    <a:pt x="55088" y="8770"/>
                    <a:pt x="54876" y="8860"/>
                    <a:pt x="54700" y="8786"/>
                  </a:cubicBezTo>
                  <a:cubicBezTo>
                    <a:pt x="47468" y="5847"/>
                    <a:pt x="31430" y="704"/>
                    <a:pt x="18459" y="1100"/>
                  </a:cubicBezTo>
                  <a:cubicBezTo>
                    <a:pt x="10352" y="1346"/>
                    <a:pt x="3455" y="3758"/>
                    <a:pt x="728" y="10246"/>
                  </a:cubicBezTo>
                  <a:cubicBezTo>
                    <a:pt x="655" y="10426"/>
                    <a:pt x="450" y="10511"/>
                    <a:pt x="266" y="10434"/>
                  </a:cubicBezTo>
                  <a:cubicBezTo>
                    <a:pt x="86" y="10360"/>
                    <a:pt x="1" y="10156"/>
                    <a:pt x="74" y="9972"/>
                  </a:cubicBezTo>
                  <a:cubicBezTo>
                    <a:pt x="2932" y="3169"/>
                    <a:pt x="10066" y="643"/>
                    <a:pt x="18438" y="389"/>
                  </a:cubicBezTo>
                  <a:cubicBezTo>
                    <a:pt x="31528" y="1"/>
                    <a:pt x="47681" y="5172"/>
                    <a:pt x="54966" y="81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659;p73"/>
            <p:cNvSpPr/>
            <p:nvPr/>
          </p:nvSpPr>
          <p:spPr>
            <a:xfrm>
              <a:off x="6550335" y="4105928"/>
              <a:ext cx="984388" cy="230746"/>
            </a:xfrm>
            <a:custGeom>
              <a:avLst/>
              <a:gdLst/>
              <a:ahLst/>
              <a:cxnLst/>
              <a:rect l="l" t="t" r="r" b="b"/>
              <a:pathLst>
                <a:path w="51974" h="12183" extrusionOk="0">
                  <a:moveTo>
                    <a:pt x="51691" y="6868"/>
                  </a:moveTo>
                  <a:cubicBezTo>
                    <a:pt x="51875" y="6938"/>
                    <a:pt x="51973" y="7134"/>
                    <a:pt x="51912" y="7318"/>
                  </a:cubicBezTo>
                  <a:cubicBezTo>
                    <a:pt x="51847" y="7502"/>
                    <a:pt x="51646" y="7600"/>
                    <a:pt x="51462" y="7535"/>
                  </a:cubicBezTo>
                  <a:cubicBezTo>
                    <a:pt x="45453" y="5425"/>
                    <a:pt x="40012" y="3900"/>
                    <a:pt x="35114" y="2878"/>
                  </a:cubicBezTo>
                  <a:cubicBezTo>
                    <a:pt x="24755" y="712"/>
                    <a:pt x="16873" y="793"/>
                    <a:pt x="11256" y="2347"/>
                  </a:cubicBezTo>
                  <a:cubicBezTo>
                    <a:pt x="5708" y="3884"/>
                    <a:pt x="2392" y="6860"/>
                    <a:pt x="1109" y="10519"/>
                  </a:cubicBezTo>
                  <a:cubicBezTo>
                    <a:pt x="958" y="10957"/>
                    <a:pt x="831" y="11414"/>
                    <a:pt x="733" y="11872"/>
                  </a:cubicBezTo>
                  <a:cubicBezTo>
                    <a:pt x="692" y="12060"/>
                    <a:pt x="508" y="12183"/>
                    <a:pt x="316" y="12150"/>
                  </a:cubicBezTo>
                  <a:cubicBezTo>
                    <a:pt x="124" y="12109"/>
                    <a:pt x="1" y="11925"/>
                    <a:pt x="42" y="11729"/>
                  </a:cubicBezTo>
                  <a:cubicBezTo>
                    <a:pt x="144" y="11239"/>
                    <a:pt x="279" y="10760"/>
                    <a:pt x="447" y="10290"/>
                  </a:cubicBezTo>
                  <a:cubicBezTo>
                    <a:pt x="1804" y="6415"/>
                    <a:pt x="5279" y="3279"/>
                    <a:pt x="11072" y="1672"/>
                  </a:cubicBezTo>
                  <a:cubicBezTo>
                    <a:pt x="16791" y="90"/>
                    <a:pt x="24787" y="0"/>
                    <a:pt x="35261" y="2196"/>
                  </a:cubicBezTo>
                  <a:cubicBezTo>
                    <a:pt x="40179" y="3218"/>
                    <a:pt x="45653" y="4751"/>
                    <a:pt x="51691" y="68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660;p73"/>
            <p:cNvSpPr/>
            <p:nvPr/>
          </p:nvSpPr>
          <p:spPr>
            <a:xfrm>
              <a:off x="5788208" y="4227882"/>
              <a:ext cx="769438" cy="101594"/>
            </a:xfrm>
            <a:custGeom>
              <a:avLst/>
              <a:gdLst/>
              <a:ahLst/>
              <a:cxnLst/>
              <a:rect l="l" t="t" r="r" b="b"/>
              <a:pathLst>
                <a:path w="40625" h="5364" extrusionOk="0">
                  <a:moveTo>
                    <a:pt x="40624" y="5249"/>
                  </a:moveTo>
                  <a:lnTo>
                    <a:pt x="0" y="5364"/>
                  </a:lnTo>
                  <a:cubicBezTo>
                    <a:pt x="0" y="5364"/>
                    <a:pt x="13070" y="0"/>
                    <a:pt x="28527" y="626"/>
                  </a:cubicBezTo>
                  <a:cubicBezTo>
                    <a:pt x="35363" y="900"/>
                    <a:pt x="38850" y="2997"/>
                    <a:pt x="40624" y="52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661;p73"/>
            <p:cNvSpPr/>
            <p:nvPr/>
          </p:nvSpPr>
          <p:spPr>
            <a:xfrm>
              <a:off x="6557627" y="4227882"/>
              <a:ext cx="769513" cy="101594"/>
            </a:xfrm>
            <a:custGeom>
              <a:avLst/>
              <a:gdLst/>
              <a:ahLst/>
              <a:cxnLst/>
              <a:rect l="l" t="t" r="r" b="b"/>
              <a:pathLst>
                <a:path w="40629" h="5364" extrusionOk="0">
                  <a:moveTo>
                    <a:pt x="0" y="5249"/>
                  </a:moveTo>
                  <a:lnTo>
                    <a:pt x="40628" y="5364"/>
                  </a:lnTo>
                  <a:cubicBezTo>
                    <a:pt x="40628" y="5364"/>
                    <a:pt x="27554" y="0"/>
                    <a:pt x="12097" y="626"/>
                  </a:cubicBezTo>
                  <a:cubicBezTo>
                    <a:pt x="5266" y="900"/>
                    <a:pt x="1774" y="2997"/>
                    <a:pt x="0" y="52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662;p73"/>
            <p:cNvSpPr/>
            <p:nvPr/>
          </p:nvSpPr>
          <p:spPr>
            <a:xfrm>
              <a:off x="5484297" y="4317544"/>
              <a:ext cx="2146754" cy="58089"/>
            </a:xfrm>
            <a:custGeom>
              <a:avLst/>
              <a:gdLst/>
              <a:ahLst/>
              <a:cxnLst/>
              <a:rect l="l" t="t" r="r" b="b"/>
              <a:pathLst>
                <a:path w="113345" h="3067" extrusionOk="0">
                  <a:moveTo>
                    <a:pt x="0" y="0"/>
                  </a:moveTo>
                  <a:lnTo>
                    <a:pt x="113344" y="0"/>
                  </a:lnTo>
                  <a:lnTo>
                    <a:pt x="113344" y="3066"/>
                  </a:lnTo>
                  <a:lnTo>
                    <a:pt x="0" y="30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663;p73"/>
            <p:cNvSpPr/>
            <p:nvPr/>
          </p:nvSpPr>
          <p:spPr>
            <a:xfrm>
              <a:off x="5385581" y="3356339"/>
              <a:ext cx="333117" cy="468140"/>
            </a:xfrm>
            <a:custGeom>
              <a:avLst/>
              <a:gdLst/>
              <a:ahLst/>
              <a:cxnLst/>
              <a:rect l="l" t="t" r="r" b="b"/>
              <a:pathLst>
                <a:path w="17588" h="24717" extrusionOk="0">
                  <a:moveTo>
                    <a:pt x="4117" y="24717"/>
                  </a:moveTo>
                  <a:cubicBezTo>
                    <a:pt x="0" y="15882"/>
                    <a:pt x="4399" y="1451"/>
                    <a:pt x="17587" y="0"/>
                  </a:cubicBezTo>
                  <a:cubicBezTo>
                    <a:pt x="10825" y="8152"/>
                    <a:pt x="13757" y="17738"/>
                    <a:pt x="4117" y="247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664;p73"/>
            <p:cNvSpPr/>
            <p:nvPr/>
          </p:nvSpPr>
          <p:spPr>
            <a:xfrm>
              <a:off x="5405790" y="3380564"/>
              <a:ext cx="265596" cy="834477"/>
            </a:xfrm>
            <a:custGeom>
              <a:avLst/>
              <a:gdLst/>
              <a:ahLst/>
              <a:cxnLst/>
              <a:rect l="l" t="t" r="r" b="b"/>
              <a:pathLst>
                <a:path w="14023" h="44059" extrusionOk="0">
                  <a:moveTo>
                    <a:pt x="2330" y="43776"/>
                  </a:moveTo>
                  <a:cubicBezTo>
                    <a:pt x="2334" y="43928"/>
                    <a:pt x="2224" y="44050"/>
                    <a:pt x="2077" y="44054"/>
                  </a:cubicBezTo>
                  <a:cubicBezTo>
                    <a:pt x="1930" y="44059"/>
                    <a:pt x="1807" y="43948"/>
                    <a:pt x="1803" y="43797"/>
                  </a:cubicBezTo>
                  <a:cubicBezTo>
                    <a:pt x="1799" y="43695"/>
                    <a:pt x="0" y="7915"/>
                    <a:pt x="13585" y="70"/>
                  </a:cubicBezTo>
                  <a:cubicBezTo>
                    <a:pt x="13716" y="1"/>
                    <a:pt x="13871" y="41"/>
                    <a:pt x="13949" y="168"/>
                  </a:cubicBezTo>
                  <a:cubicBezTo>
                    <a:pt x="14022" y="295"/>
                    <a:pt x="13981" y="454"/>
                    <a:pt x="13851" y="532"/>
                  </a:cubicBezTo>
                  <a:cubicBezTo>
                    <a:pt x="544" y="8210"/>
                    <a:pt x="2326" y="43674"/>
                    <a:pt x="2330" y="437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665;p73"/>
            <p:cNvSpPr/>
            <p:nvPr/>
          </p:nvSpPr>
          <p:spPr>
            <a:xfrm>
              <a:off x="5192318" y="3543637"/>
              <a:ext cx="278683" cy="349992"/>
            </a:xfrm>
            <a:custGeom>
              <a:avLst/>
              <a:gdLst/>
              <a:ahLst/>
              <a:cxnLst/>
              <a:rect l="l" t="t" r="r" b="b"/>
              <a:pathLst>
                <a:path w="14714" h="18479" extrusionOk="0">
                  <a:moveTo>
                    <a:pt x="11790" y="18479"/>
                  </a:moveTo>
                  <a:cubicBezTo>
                    <a:pt x="14713" y="12318"/>
                    <a:pt x="10417" y="0"/>
                    <a:pt x="0" y="1893"/>
                  </a:cubicBezTo>
                  <a:cubicBezTo>
                    <a:pt x="6754" y="7216"/>
                    <a:pt x="6639" y="17297"/>
                    <a:pt x="11790" y="1847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666;p73"/>
            <p:cNvSpPr/>
            <p:nvPr/>
          </p:nvSpPr>
          <p:spPr>
            <a:xfrm>
              <a:off x="5263381" y="3605495"/>
              <a:ext cx="201105" cy="609622"/>
            </a:xfrm>
            <a:custGeom>
              <a:avLst/>
              <a:gdLst/>
              <a:ahLst/>
              <a:cxnLst/>
              <a:rect l="l" t="t" r="r" b="b"/>
              <a:pathLst>
                <a:path w="10618" h="32187" extrusionOk="0">
                  <a:moveTo>
                    <a:pt x="9273" y="31929"/>
                  </a:moveTo>
                  <a:cubicBezTo>
                    <a:pt x="9265" y="32076"/>
                    <a:pt x="9138" y="32187"/>
                    <a:pt x="8995" y="32178"/>
                  </a:cubicBezTo>
                  <a:cubicBezTo>
                    <a:pt x="8848" y="32174"/>
                    <a:pt x="8733" y="32044"/>
                    <a:pt x="8745" y="31900"/>
                  </a:cubicBezTo>
                  <a:cubicBezTo>
                    <a:pt x="8750" y="31831"/>
                    <a:pt x="10074" y="6247"/>
                    <a:pt x="169" y="532"/>
                  </a:cubicBezTo>
                  <a:cubicBezTo>
                    <a:pt x="42" y="459"/>
                    <a:pt x="1" y="295"/>
                    <a:pt x="70" y="168"/>
                  </a:cubicBezTo>
                  <a:cubicBezTo>
                    <a:pt x="144" y="42"/>
                    <a:pt x="308" y="1"/>
                    <a:pt x="434" y="70"/>
                  </a:cubicBezTo>
                  <a:cubicBezTo>
                    <a:pt x="10618" y="5953"/>
                    <a:pt x="9273" y="31851"/>
                    <a:pt x="9273" y="319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667;p73"/>
            <p:cNvSpPr/>
            <p:nvPr/>
          </p:nvSpPr>
          <p:spPr>
            <a:xfrm>
              <a:off x="5479486" y="3694380"/>
              <a:ext cx="257092" cy="260728"/>
            </a:xfrm>
            <a:custGeom>
              <a:avLst/>
              <a:gdLst/>
              <a:ahLst/>
              <a:cxnLst/>
              <a:rect l="l" t="t" r="r" b="b"/>
              <a:pathLst>
                <a:path w="13574" h="13766" extrusionOk="0">
                  <a:moveTo>
                    <a:pt x="1219" y="13766"/>
                  </a:moveTo>
                  <a:cubicBezTo>
                    <a:pt x="1" y="6223"/>
                    <a:pt x="5916" y="1"/>
                    <a:pt x="13574" y="17"/>
                  </a:cubicBezTo>
                  <a:cubicBezTo>
                    <a:pt x="10790" y="4342"/>
                    <a:pt x="9457" y="13054"/>
                    <a:pt x="1219" y="1376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668;p73"/>
            <p:cNvSpPr/>
            <p:nvPr/>
          </p:nvSpPr>
          <p:spPr>
            <a:xfrm>
              <a:off x="5465868" y="3712582"/>
              <a:ext cx="232545" cy="384766"/>
            </a:xfrm>
            <a:custGeom>
              <a:avLst/>
              <a:gdLst/>
              <a:ahLst/>
              <a:cxnLst/>
              <a:rect l="l" t="t" r="r" b="b"/>
              <a:pathLst>
                <a:path w="12278" h="20315" extrusionOk="0">
                  <a:moveTo>
                    <a:pt x="11819" y="91"/>
                  </a:moveTo>
                  <a:cubicBezTo>
                    <a:pt x="11938" y="1"/>
                    <a:pt x="12105" y="33"/>
                    <a:pt x="12187" y="152"/>
                  </a:cubicBezTo>
                  <a:cubicBezTo>
                    <a:pt x="12277" y="266"/>
                    <a:pt x="12244" y="434"/>
                    <a:pt x="12126" y="516"/>
                  </a:cubicBezTo>
                  <a:cubicBezTo>
                    <a:pt x="8790" y="2895"/>
                    <a:pt x="6002" y="5806"/>
                    <a:pt x="3986" y="9203"/>
                  </a:cubicBezTo>
                  <a:cubicBezTo>
                    <a:pt x="2089" y="12400"/>
                    <a:pt x="883" y="16030"/>
                    <a:pt x="540" y="20061"/>
                  </a:cubicBezTo>
                  <a:cubicBezTo>
                    <a:pt x="532" y="20208"/>
                    <a:pt x="401" y="20315"/>
                    <a:pt x="258" y="20306"/>
                  </a:cubicBezTo>
                  <a:cubicBezTo>
                    <a:pt x="107" y="20294"/>
                    <a:pt x="0" y="20167"/>
                    <a:pt x="13" y="20020"/>
                  </a:cubicBezTo>
                  <a:cubicBezTo>
                    <a:pt x="360" y="15903"/>
                    <a:pt x="1595" y="12200"/>
                    <a:pt x="3528" y="8941"/>
                  </a:cubicBezTo>
                  <a:cubicBezTo>
                    <a:pt x="5581" y="5475"/>
                    <a:pt x="8422" y="2511"/>
                    <a:pt x="11819" y="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669;p73"/>
            <p:cNvSpPr/>
            <p:nvPr/>
          </p:nvSpPr>
          <p:spPr>
            <a:xfrm>
              <a:off x="5178908" y="3844991"/>
              <a:ext cx="206370" cy="167032"/>
            </a:xfrm>
            <a:custGeom>
              <a:avLst/>
              <a:gdLst/>
              <a:ahLst/>
              <a:cxnLst/>
              <a:rect l="l" t="t" r="r" b="b"/>
              <a:pathLst>
                <a:path w="10896" h="8819" extrusionOk="0">
                  <a:moveTo>
                    <a:pt x="1" y="237"/>
                  </a:moveTo>
                  <a:cubicBezTo>
                    <a:pt x="2347" y="286"/>
                    <a:pt x="4629" y="0"/>
                    <a:pt x="7764" y="1591"/>
                  </a:cubicBezTo>
                  <a:cubicBezTo>
                    <a:pt x="10896" y="3181"/>
                    <a:pt x="10802" y="7392"/>
                    <a:pt x="10802" y="7392"/>
                  </a:cubicBezTo>
                  <a:cubicBezTo>
                    <a:pt x="6750" y="8818"/>
                    <a:pt x="2932" y="3017"/>
                    <a:pt x="1" y="2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670;p73"/>
            <p:cNvSpPr/>
            <p:nvPr/>
          </p:nvSpPr>
          <p:spPr>
            <a:xfrm>
              <a:off x="5223739" y="3862719"/>
              <a:ext cx="185385" cy="241220"/>
            </a:xfrm>
            <a:custGeom>
              <a:avLst/>
              <a:gdLst/>
              <a:ahLst/>
              <a:cxnLst/>
              <a:rect l="l" t="t" r="r" b="b"/>
              <a:pathLst>
                <a:path w="9788" h="12736" extrusionOk="0">
                  <a:moveTo>
                    <a:pt x="197" y="548"/>
                  </a:moveTo>
                  <a:cubicBezTo>
                    <a:pt x="66" y="491"/>
                    <a:pt x="1" y="340"/>
                    <a:pt x="54" y="201"/>
                  </a:cubicBezTo>
                  <a:cubicBezTo>
                    <a:pt x="111" y="62"/>
                    <a:pt x="267" y="0"/>
                    <a:pt x="401" y="58"/>
                  </a:cubicBezTo>
                  <a:cubicBezTo>
                    <a:pt x="2793" y="1059"/>
                    <a:pt x="5201" y="2245"/>
                    <a:pt x="6951" y="4134"/>
                  </a:cubicBezTo>
                  <a:cubicBezTo>
                    <a:pt x="8713" y="6043"/>
                    <a:pt x="9788" y="8651"/>
                    <a:pt x="9493" y="12482"/>
                  </a:cubicBezTo>
                  <a:cubicBezTo>
                    <a:pt x="9481" y="12629"/>
                    <a:pt x="9354" y="12735"/>
                    <a:pt x="9207" y="12727"/>
                  </a:cubicBezTo>
                  <a:cubicBezTo>
                    <a:pt x="9064" y="12715"/>
                    <a:pt x="8954" y="12588"/>
                    <a:pt x="8962" y="12441"/>
                  </a:cubicBezTo>
                  <a:cubicBezTo>
                    <a:pt x="9244" y="8782"/>
                    <a:pt x="8222" y="6300"/>
                    <a:pt x="6554" y="4493"/>
                  </a:cubicBezTo>
                  <a:cubicBezTo>
                    <a:pt x="4878" y="2678"/>
                    <a:pt x="2535" y="1529"/>
                    <a:pt x="197" y="5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671;p73"/>
            <p:cNvSpPr/>
            <p:nvPr/>
          </p:nvSpPr>
          <p:spPr>
            <a:xfrm>
              <a:off x="5247357" y="4057138"/>
              <a:ext cx="414426" cy="318874"/>
            </a:xfrm>
            <a:custGeom>
              <a:avLst/>
              <a:gdLst/>
              <a:ahLst/>
              <a:cxnLst/>
              <a:rect l="l" t="t" r="r" b="b"/>
              <a:pathLst>
                <a:path w="21881" h="16836" extrusionOk="0">
                  <a:moveTo>
                    <a:pt x="1" y="1"/>
                  </a:moveTo>
                  <a:lnTo>
                    <a:pt x="21880" y="1"/>
                  </a:lnTo>
                  <a:cubicBezTo>
                    <a:pt x="21852" y="5315"/>
                    <a:pt x="21361" y="10732"/>
                    <a:pt x="19971" y="16836"/>
                  </a:cubicBezTo>
                  <a:lnTo>
                    <a:pt x="2261" y="16836"/>
                  </a:lnTo>
                  <a:cubicBezTo>
                    <a:pt x="974" y="11762"/>
                    <a:pt x="295" y="607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672;p73"/>
            <p:cNvSpPr/>
            <p:nvPr/>
          </p:nvSpPr>
          <p:spPr>
            <a:xfrm>
              <a:off x="5252168" y="4132027"/>
              <a:ext cx="407608" cy="65665"/>
            </a:xfrm>
            <a:custGeom>
              <a:avLst/>
              <a:gdLst/>
              <a:ahLst/>
              <a:cxnLst/>
              <a:rect l="l" t="t" r="r" b="b"/>
              <a:pathLst>
                <a:path w="21521" h="3467" extrusionOk="0">
                  <a:moveTo>
                    <a:pt x="21520" y="0"/>
                  </a:moveTo>
                  <a:lnTo>
                    <a:pt x="0" y="0"/>
                  </a:lnTo>
                  <a:cubicBezTo>
                    <a:pt x="82" y="1034"/>
                    <a:pt x="180" y="2056"/>
                    <a:pt x="290" y="3066"/>
                  </a:cubicBezTo>
                  <a:lnTo>
                    <a:pt x="21254" y="3467"/>
                  </a:lnTo>
                  <a:cubicBezTo>
                    <a:pt x="21373" y="2302"/>
                    <a:pt x="21459" y="1145"/>
                    <a:pt x="21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673;p73"/>
            <p:cNvSpPr/>
            <p:nvPr/>
          </p:nvSpPr>
          <p:spPr>
            <a:xfrm>
              <a:off x="5264858" y="4234852"/>
              <a:ext cx="383459" cy="108640"/>
            </a:xfrm>
            <a:custGeom>
              <a:avLst/>
              <a:gdLst/>
              <a:ahLst/>
              <a:cxnLst/>
              <a:rect l="l" t="t" r="r" b="b"/>
              <a:pathLst>
                <a:path w="20246" h="5736" extrusionOk="0">
                  <a:moveTo>
                    <a:pt x="1" y="613"/>
                  </a:moveTo>
                  <a:cubicBezTo>
                    <a:pt x="332" y="683"/>
                    <a:pt x="679" y="895"/>
                    <a:pt x="1035" y="1321"/>
                  </a:cubicBezTo>
                  <a:cubicBezTo>
                    <a:pt x="1358" y="1697"/>
                    <a:pt x="1620" y="2101"/>
                    <a:pt x="1865" y="2473"/>
                  </a:cubicBezTo>
                  <a:cubicBezTo>
                    <a:pt x="2049" y="2755"/>
                    <a:pt x="2216" y="3017"/>
                    <a:pt x="2380" y="3205"/>
                  </a:cubicBezTo>
                  <a:cubicBezTo>
                    <a:pt x="2507" y="3361"/>
                    <a:pt x="2646" y="3414"/>
                    <a:pt x="2850" y="3242"/>
                  </a:cubicBezTo>
                  <a:cubicBezTo>
                    <a:pt x="3230" y="2919"/>
                    <a:pt x="3582" y="2404"/>
                    <a:pt x="3909" y="1930"/>
                  </a:cubicBezTo>
                  <a:lnTo>
                    <a:pt x="3909" y="1930"/>
                  </a:lnTo>
                  <a:lnTo>
                    <a:pt x="3909" y="1930"/>
                  </a:lnTo>
                  <a:cubicBezTo>
                    <a:pt x="4297" y="1361"/>
                    <a:pt x="4649" y="850"/>
                    <a:pt x="5090" y="568"/>
                  </a:cubicBezTo>
                  <a:cubicBezTo>
                    <a:pt x="5773" y="135"/>
                    <a:pt x="6407" y="196"/>
                    <a:pt x="7012" y="1141"/>
                  </a:cubicBezTo>
                  <a:cubicBezTo>
                    <a:pt x="7224" y="1480"/>
                    <a:pt x="7392" y="1770"/>
                    <a:pt x="7556" y="2056"/>
                  </a:cubicBezTo>
                  <a:cubicBezTo>
                    <a:pt x="7731" y="2363"/>
                    <a:pt x="7903" y="2657"/>
                    <a:pt x="8038" y="2874"/>
                  </a:cubicBezTo>
                  <a:cubicBezTo>
                    <a:pt x="8381" y="3410"/>
                    <a:pt x="8708" y="3798"/>
                    <a:pt x="9007" y="3610"/>
                  </a:cubicBezTo>
                  <a:cubicBezTo>
                    <a:pt x="9403" y="3361"/>
                    <a:pt x="9894" y="2760"/>
                    <a:pt x="10364" y="2179"/>
                  </a:cubicBezTo>
                  <a:cubicBezTo>
                    <a:pt x="10773" y="1676"/>
                    <a:pt x="11178" y="1186"/>
                    <a:pt x="11578" y="838"/>
                  </a:cubicBezTo>
                  <a:cubicBezTo>
                    <a:pt x="12335" y="192"/>
                    <a:pt x="13062" y="0"/>
                    <a:pt x="13741" y="789"/>
                  </a:cubicBezTo>
                  <a:cubicBezTo>
                    <a:pt x="13990" y="1079"/>
                    <a:pt x="14248" y="1406"/>
                    <a:pt x="14514" y="1754"/>
                  </a:cubicBezTo>
                  <a:cubicBezTo>
                    <a:pt x="15208" y="2649"/>
                    <a:pt x="16018" y="3692"/>
                    <a:pt x="16075" y="3675"/>
                  </a:cubicBezTo>
                  <a:cubicBezTo>
                    <a:pt x="16525" y="3573"/>
                    <a:pt x="18871" y="769"/>
                    <a:pt x="18880" y="756"/>
                  </a:cubicBezTo>
                  <a:cubicBezTo>
                    <a:pt x="19145" y="442"/>
                    <a:pt x="19616" y="401"/>
                    <a:pt x="19934" y="662"/>
                  </a:cubicBezTo>
                  <a:cubicBezTo>
                    <a:pt x="19959" y="683"/>
                    <a:pt x="19983" y="707"/>
                    <a:pt x="20012" y="732"/>
                  </a:cubicBezTo>
                  <a:lnTo>
                    <a:pt x="20245" y="977"/>
                  </a:lnTo>
                  <a:cubicBezTo>
                    <a:pt x="20159" y="1594"/>
                    <a:pt x="20065" y="2216"/>
                    <a:pt x="19963" y="2841"/>
                  </a:cubicBezTo>
                  <a:lnTo>
                    <a:pt x="19489" y="2347"/>
                  </a:lnTo>
                  <a:cubicBezTo>
                    <a:pt x="18655" y="3291"/>
                    <a:pt x="17089" y="4979"/>
                    <a:pt x="16419" y="5139"/>
                  </a:cubicBezTo>
                  <a:cubicBezTo>
                    <a:pt x="15433" y="5368"/>
                    <a:pt x="14309" y="3921"/>
                    <a:pt x="13336" y="2674"/>
                  </a:cubicBezTo>
                  <a:cubicBezTo>
                    <a:pt x="13066" y="2326"/>
                    <a:pt x="12805" y="1995"/>
                    <a:pt x="12613" y="1766"/>
                  </a:cubicBezTo>
                  <a:cubicBezTo>
                    <a:pt x="12551" y="1693"/>
                    <a:pt x="12637" y="1909"/>
                    <a:pt x="12555" y="1975"/>
                  </a:cubicBezTo>
                  <a:cubicBezTo>
                    <a:pt x="12253" y="2236"/>
                    <a:pt x="11897" y="2674"/>
                    <a:pt x="11529" y="3123"/>
                  </a:cubicBezTo>
                  <a:cubicBezTo>
                    <a:pt x="10981" y="3794"/>
                    <a:pt x="10417" y="4485"/>
                    <a:pt x="9816" y="4865"/>
                  </a:cubicBezTo>
                  <a:cubicBezTo>
                    <a:pt x="8459" y="5736"/>
                    <a:pt x="7576" y="4918"/>
                    <a:pt x="6787" y="3675"/>
                  </a:cubicBezTo>
                  <a:cubicBezTo>
                    <a:pt x="6583" y="3361"/>
                    <a:pt x="6423" y="3083"/>
                    <a:pt x="6264" y="2800"/>
                  </a:cubicBezTo>
                  <a:cubicBezTo>
                    <a:pt x="6084" y="2490"/>
                    <a:pt x="5908" y="2179"/>
                    <a:pt x="5765" y="1950"/>
                  </a:cubicBezTo>
                  <a:cubicBezTo>
                    <a:pt x="5597" y="2126"/>
                    <a:pt x="5381" y="2441"/>
                    <a:pt x="5152" y="2776"/>
                  </a:cubicBezTo>
                  <a:lnTo>
                    <a:pt x="5152" y="2776"/>
                  </a:lnTo>
                  <a:cubicBezTo>
                    <a:pt x="4771" y="3328"/>
                    <a:pt x="4354" y="3937"/>
                    <a:pt x="3835" y="4374"/>
                  </a:cubicBezTo>
                  <a:cubicBezTo>
                    <a:pt x="2723" y="5327"/>
                    <a:pt x="1971" y="5008"/>
                    <a:pt x="1260" y="4178"/>
                  </a:cubicBezTo>
                  <a:cubicBezTo>
                    <a:pt x="1043" y="3921"/>
                    <a:pt x="847" y="3614"/>
                    <a:pt x="634" y="3287"/>
                  </a:cubicBezTo>
                  <a:cubicBezTo>
                    <a:pt x="553" y="3164"/>
                    <a:pt x="471" y="3038"/>
                    <a:pt x="381" y="2911"/>
                  </a:cubicBezTo>
                  <a:cubicBezTo>
                    <a:pt x="234" y="2159"/>
                    <a:pt x="111" y="1390"/>
                    <a:pt x="1" y="613"/>
                  </a:cubicBezTo>
                  <a:close/>
                  <a:moveTo>
                    <a:pt x="5888" y="1827"/>
                  </a:moveTo>
                  <a:cubicBezTo>
                    <a:pt x="5867" y="1840"/>
                    <a:pt x="5838" y="1856"/>
                    <a:pt x="5822" y="1877"/>
                  </a:cubicBezTo>
                  <a:cubicBezTo>
                    <a:pt x="5883" y="1836"/>
                    <a:pt x="5941" y="1791"/>
                    <a:pt x="5888" y="18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674;p73"/>
            <p:cNvSpPr/>
            <p:nvPr/>
          </p:nvSpPr>
          <p:spPr>
            <a:xfrm>
              <a:off x="5255729" y="4051721"/>
              <a:ext cx="411168" cy="10095"/>
            </a:xfrm>
            <a:custGeom>
              <a:avLst/>
              <a:gdLst/>
              <a:ahLst/>
              <a:cxnLst/>
              <a:rect l="l" t="t" r="r" b="b"/>
              <a:pathLst>
                <a:path w="21709" h="533" extrusionOk="0">
                  <a:moveTo>
                    <a:pt x="266" y="532"/>
                  </a:moveTo>
                  <a:cubicBezTo>
                    <a:pt x="119" y="532"/>
                    <a:pt x="0" y="418"/>
                    <a:pt x="0" y="266"/>
                  </a:cubicBezTo>
                  <a:cubicBezTo>
                    <a:pt x="0" y="119"/>
                    <a:pt x="119" y="1"/>
                    <a:pt x="266" y="1"/>
                  </a:cubicBezTo>
                  <a:lnTo>
                    <a:pt x="21443" y="1"/>
                  </a:lnTo>
                  <a:cubicBezTo>
                    <a:pt x="21594" y="1"/>
                    <a:pt x="21708" y="119"/>
                    <a:pt x="21708" y="266"/>
                  </a:cubicBezTo>
                  <a:cubicBezTo>
                    <a:pt x="21708" y="418"/>
                    <a:pt x="21594" y="532"/>
                    <a:pt x="21443" y="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675;p73"/>
            <p:cNvSpPr/>
            <p:nvPr/>
          </p:nvSpPr>
          <p:spPr>
            <a:xfrm>
              <a:off x="4622281" y="4457227"/>
              <a:ext cx="3172052" cy="205745"/>
            </a:xfrm>
            <a:custGeom>
              <a:avLst/>
              <a:gdLst/>
              <a:ahLst/>
              <a:cxnLst/>
              <a:rect l="l" t="t" r="r" b="b"/>
              <a:pathLst>
                <a:path w="167479" h="10863" extrusionOk="0">
                  <a:moveTo>
                    <a:pt x="0" y="0"/>
                  </a:moveTo>
                  <a:lnTo>
                    <a:pt x="167479" y="0"/>
                  </a:lnTo>
                  <a:lnTo>
                    <a:pt x="167479" y="10862"/>
                  </a:lnTo>
                  <a:lnTo>
                    <a:pt x="0" y="1086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676;p73"/>
            <p:cNvSpPr/>
            <p:nvPr/>
          </p:nvSpPr>
          <p:spPr>
            <a:xfrm>
              <a:off x="4622281" y="4457227"/>
              <a:ext cx="3171977" cy="102844"/>
            </a:xfrm>
            <a:custGeom>
              <a:avLst/>
              <a:gdLst/>
              <a:ahLst/>
              <a:cxnLst/>
              <a:rect l="l" t="t" r="r" b="b"/>
              <a:pathLst>
                <a:path w="167475" h="5430" extrusionOk="0">
                  <a:moveTo>
                    <a:pt x="167475" y="0"/>
                  </a:moveTo>
                  <a:lnTo>
                    <a:pt x="0" y="0"/>
                  </a:lnTo>
                  <a:lnTo>
                    <a:pt x="0" y="2187"/>
                  </a:lnTo>
                  <a:lnTo>
                    <a:pt x="167475" y="5429"/>
                  </a:ln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677;p73"/>
            <p:cNvSpPr/>
            <p:nvPr/>
          </p:nvSpPr>
          <p:spPr>
            <a:xfrm>
              <a:off x="4543907" y="4375993"/>
              <a:ext cx="3328875" cy="91859"/>
            </a:xfrm>
            <a:custGeom>
              <a:avLst/>
              <a:gdLst/>
              <a:ahLst/>
              <a:cxnLst/>
              <a:rect l="l" t="t" r="r" b="b"/>
              <a:pathLst>
                <a:path w="175759" h="4850" extrusionOk="0">
                  <a:moveTo>
                    <a:pt x="174340" y="1"/>
                  </a:moveTo>
                  <a:lnTo>
                    <a:pt x="1415" y="1"/>
                  </a:lnTo>
                  <a:cubicBezTo>
                    <a:pt x="635" y="1"/>
                    <a:pt x="1" y="516"/>
                    <a:pt x="1" y="1145"/>
                  </a:cubicBezTo>
                  <a:lnTo>
                    <a:pt x="1" y="3705"/>
                  </a:lnTo>
                  <a:cubicBezTo>
                    <a:pt x="1" y="4334"/>
                    <a:pt x="639" y="4849"/>
                    <a:pt x="1415" y="4849"/>
                  </a:cubicBezTo>
                  <a:lnTo>
                    <a:pt x="174340" y="4849"/>
                  </a:lnTo>
                  <a:cubicBezTo>
                    <a:pt x="175116" y="4849"/>
                    <a:pt x="175754" y="4334"/>
                    <a:pt x="175754" y="3705"/>
                  </a:cubicBezTo>
                  <a:lnTo>
                    <a:pt x="175754" y="1145"/>
                  </a:lnTo>
                  <a:cubicBezTo>
                    <a:pt x="175758" y="516"/>
                    <a:pt x="175120" y="1"/>
                    <a:pt x="1743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678;p73"/>
            <p:cNvSpPr/>
            <p:nvPr/>
          </p:nvSpPr>
          <p:spPr>
            <a:xfrm>
              <a:off x="4622281" y="4579712"/>
              <a:ext cx="3172147" cy="83260"/>
            </a:xfrm>
            <a:custGeom>
              <a:avLst/>
              <a:gdLst/>
              <a:ahLst/>
              <a:cxnLst/>
              <a:rect l="l" t="t" r="r" b="b"/>
              <a:pathLst>
                <a:path w="167484" h="4396" extrusionOk="0">
                  <a:moveTo>
                    <a:pt x="0" y="1023"/>
                  </a:moveTo>
                  <a:cubicBezTo>
                    <a:pt x="45260" y="757"/>
                    <a:pt x="122988" y="430"/>
                    <a:pt x="167483" y="974"/>
                  </a:cubicBezTo>
                  <a:lnTo>
                    <a:pt x="167483" y="544"/>
                  </a:lnTo>
                  <a:cubicBezTo>
                    <a:pt x="122975" y="1"/>
                    <a:pt x="45268" y="328"/>
                    <a:pt x="0" y="593"/>
                  </a:cubicBezTo>
                  <a:lnTo>
                    <a:pt x="0" y="1023"/>
                  </a:lnTo>
                  <a:close/>
                  <a:moveTo>
                    <a:pt x="111476" y="4395"/>
                  </a:moveTo>
                  <a:lnTo>
                    <a:pt x="94788" y="4395"/>
                  </a:lnTo>
                  <a:cubicBezTo>
                    <a:pt x="61081" y="3537"/>
                    <a:pt x="25465" y="2682"/>
                    <a:pt x="0" y="2086"/>
                  </a:cubicBezTo>
                  <a:lnTo>
                    <a:pt x="0" y="1656"/>
                  </a:lnTo>
                  <a:cubicBezTo>
                    <a:pt x="29713" y="2355"/>
                    <a:pt x="73264" y="3398"/>
                    <a:pt x="111476" y="439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Rectangle 5"/>
          <p:cNvSpPr/>
          <p:nvPr/>
        </p:nvSpPr>
        <p:spPr>
          <a:xfrm>
            <a:off x="5520267" y="1414638"/>
            <a:ext cx="474133" cy="7563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220;p59"/>
          <p:cNvGrpSpPr/>
          <p:nvPr/>
        </p:nvGrpSpPr>
        <p:grpSpPr>
          <a:xfrm>
            <a:off x="6156960" y="400134"/>
            <a:ext cx="2746902" cy="1645636"/>
            <a:chOff x="2352525" y="1162375"/>
            <a:chExt cx="4438800" cy="2976300"/>
          </a:xfrm>
        </p:grpSpPr>
        <p:sp>
          <p:nvSpPr>
            <p:cNvPr id="18" name="Google Shape;1221;p59"/>
            <p:cNvSpPr/>
            <p:nvPr/>
          </p:nvSpPr>
          <p:spPr>
            <a:xfrm>
              <a:off x="2352525" y="1162375"/>
              <a:ext cx="4438800" cy="2595900"/>
            </a:xfrm>
            <a:prstGeom prst="roundRect">
              <a:avLst>
                <a:gd name="adj" fmla="val 617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22;p59"/>
            <p:cNvSpPr/>
            <p:nvPr/>
          </p:nvSpPr>
          <p:spPr>
            <a:xfrm>
              <a:off x="4335400" y="3758275"/>
              <a:ext cx="473100" cy="190200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23;p59"/>
            <p:cNvSpPr/>
            <p:nvPr/>
          </p:nvSpPr>
          <p:spPr>
            <a:xfrm>
              <a:off x="4143650" y="3948475"/>
              <a:ext cx="856500" cy="190200"/>
            </a:xfrm>
            <a:prstGeom prst="roundRect">
              <a:avLst>
                <a:gd name="adj" fmla="val 2519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24;p59"/>
            <p:cNvSpPr/>
            <p:nvPr/>
          </p:nvSpPr>
          <p:spPr>
            <a:xfrm>
              <a:off x="4335400" y="3758275"/>
              <a:ext cx="473100" cy="190200"/>
            </a:xfrm>
            <a:prstGeom prst="roundRect">
              <a:avLst>
                <a:gd name="adj" fmla="val 0"/>
              </a:avLst>
            </a:pr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5" name="Google Shape;625;p43"/>
          <p:cNvSpPr txBox="1">
            <a:spLocks noGrp="1"/>
          </p:cNvSpPr>
          <p:nvPr>
            <p:ph type="title"/>
          </p:nvPr>
        </p:nvSpPr>
        <p:spPr>
          <a:xfrm>
            <a:off x="1440768" y="297319"/>
            <a:ext cx="6703831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600" dirty="0">
                <a:solidFill>
                  <a:srgbClr val="003366"/>
                </a:solidFill>
              </a:rPr>
              <a:t>Proposed Approach</a:t>
            </a:r>
          </a:p>
        </p:txBody>
      </p:sp>
      <p:sp>
        <p:nvSpPr>
          <p:cNvPr id="626" name="Google Shape;626;p43"/>
          <p:cNvSpPr txBox="1">
            <a:spLocks noGrp="1"/>
          </p:cNvSpPr>
          <p:nvPr>
            <p:ph type="subTitle" idx="1"/>
          </p:nvPr>
        </p:nvSpPr>
        <p:spPr>
          <a:xfrm>
            <a:off x="0" y="1312237"/>
            <a:ext cx="5613399" cy="3361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b="1" dirty="0"/>
              <a:t>Random Forest </a:t>
            </a:r>
            <a:r>
              <a:rPr lang="en-US" b="1" dirty="0" smtClean="0"/>
              <a:t>model </a:t>
            </a:r>
            <a:endParaRPr lang="en-US" b="1" dirty="0" smtClean="0">
              <a:solidFill>
                <a:srgbClr val="FFC000"/>
              </a:solidFill>
            </a:endParaRPr>
          </a:p>
          <a:p>
            <a:pPr marL="482600" indent="-342900">
              <a:buFont typeface="Wingdings" panose="05000000000000000000" pitchFamily="2" charset="2"/>
              <a:buChar char="ü"/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Handles non-linear relationships, </a:t>
            </a:r>
          </a:p>
          <a:p>
            <a:pPr marL="482600" indent="-342900">
              <a:buFont typeface="Wingdings" panose="05000000000000000000" pitchFamily="2" charset="2"/>
              <a:buChar char="ü"/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Works well with mixed </a:t>
            </a:r>
            <a:r>
              <a:rPr lang="en-US" sz="1600" dirty="0" smtClean="0"/>
              <a:t>features,</a:t>
            </a:r>
            <a:endParaRPr lang="en-US" sz="1600" dirty="0"/>
          </a:p>
          <a:p>
            <a:pPr marL="482600" indent="-342900">
              <a:buFont typeface="Wingdings" panose="05000000000000000000" pitchFamily="2" charset="2"/>
              <a:buChar char="ü"/>
              <a:defRPr sz="2000">
                <a:solidFill>
                  <a:srgbClr val="000000"/>
                </a:solidFill>
              </a:defRPr>
            </a:pPr>
            <a:r>
              <a:rPr lang="en-US" sz="1600" dirty="0"/>
              <a:t>Reduces </a:t>
            </a:r>
            <a:r>
              <a:rPr lang="en-US" sz="1600" dirty="0" smtClean="0"/>
              <a:t>overfitting,</a:t>
            </a:r>
          </a:p>
          <a:p>
            <a:pPr marL="482600" indent="-342900">
              <a:buFont typeface="Wingdings" panose="05000000000000000000" pitchFamily="2" charset="2"/>
              <a:buChar char="ü"/>
              <a:defRPr sz="2000">
                <a:solidFill>
                  <a:srgbClr val="000000"/>
                </a:solidFill>
              </a:defRPr>
            </a:pPr>
            <a:r>
              <a:rPr lang="en-US" sz="1600" dirty="0" smtClean="0"/>
              <a:t>Provides </a:t>
            </a:r>
            <a:r>
              <a:rPr lang="en-US" sz="1600" dirty="0"/>
              <a:t>feature </a:t>
            </a:r>
            <a:r>
              <a:rPr lang="en-US" sz="1600" dirty="0" smtClean="0"/>
              <a:t>importance</a:t>
            </a:r>
            <a:endParaRPr lang="en-US" sz="1600" dirty="0"/>
          </a:p>
          <a:p>
            <a:pPr marL="4826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b="1" dirty="0" err="1"/>
              <a:t>EMIS</a:t>
            </a:r>
            <a:r>
              <a:rPr lang="en-US" b="1" dirty="0"/>
              <a:t> + Questionnaire </a:t>
            </a:r>
            <a:r>
              <a:rPr lang="en-US" b="1" dirty="0" smtClean="0"/>
              <a:t>data</a:t>
            </a:r>
          </a:p>
          <a:p>
            <a:pPr marL="425450" indent="-285750">
              <a:buFont typeface="Wingdings" panose="05000000000000000000" pitchFamily="2" charset="2"/>
              <a:buChar char="ü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rgbClr val="000000"/>
                </a:solidFill>
              </a:rPr>
              <a:t>Real</a:t>
            </a:r>
            <a:r>
              <a:rPr lang="en-US" sz="1600" dirty="0"/>
              <a:t> </a:t>
            </a:r>
            <a:r>
              <a:rPr lang="en-US" sz="1600" dirty="0" smtClean="0"/>
              <a:t>data: academic performance+</a:t>
            </a:r>
          </a:p>
          <a:p>
            <a:pPr marL="139700" indent="0">
              <a:defRPr sz="2000">
                <a:solidFill>
                  <a:srgbClr val="000000"/>
                </a:solidFill>
              </a:defRPr>
            </a:pPr>
            <a:r>
              <a:rPr lang="en-US" sz="1600" dirty="0" smtClean="0"/>
              <a:t>     behavioral/social </a:t>
            </a:r>
            <a:r>
              <a:rPr lang="en-US" sz="1600" dirty="0"/>
              <a:t>context</a:t>
            </a:r>
            <a:endParaRPr lang="en-US" dirty="0" smtClean="0"/>
          </a:p>
          <a:p>
            <a:pPr marL="4826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lang="en-US" b="1" dirty="0" smtClean="0"/>
              <a:t>Output</a:t>
            </a:r>
            <a:r>
              <a:rPr lang="en-US" b="1" dirty="0"/>
              <a:t>: </a:t>
            </a:r>
            <a:endParaRPr lang="en-US" b="1" dirty="0" smtClean="0"/>
          </a:p>
          <a:p>
            <a:pPr marL="425450" indent="-285750">
              <a:buFont typeface="Wingdings" panose="05000000000000000000" pitchFamily="2" charset="2"/>
              <a:buChar char="ü"/>
              <a:defRPr sz="2000">
                <a:solidFill>
                  <a:srgbClr val="000000"/>
                </a:solidFill>
              </a:defRPr>
            </a:pPr>
            <a:r>
              <a:rPr lang="en-US" sz="1600" dirty="0">
                <a:solidFill>
                  <a:srgbClr val="000000"/>
                </a:solidFill>
              </a:rPr>
              <a:t>Risk </a:t>
            </a:r>
            <a:r>
              <a:rPr lang="en-US" sz="1600" dirty="0" smtClean="0">
                <a:solidFill>
                  <a:srgbClr val="000000"/>
                </a:solidFill>
              </a:rPr>
              <a:t>level Prediction- high/medium/low</a:t>
            </a:r>
          </a:p>
          <a:p>
            <a:pPr marL="425450" indent="-285750">
              <a:buFont typeface="Wingdings" panose="05000000000000000000" pitchFamily="2" charset="2"/>
              <a:buChar char="ü"/>
              <a:defRPr sz="2000">
                <a:solidFill>
                  <a:srgbClr val="000000"/>
                </a:solidFill>
              </a:defRPr>
            </a:pPr>
            <a:r>
              <a:rPr lang="en-US" sz="1600" dirty="0" smtClean="0">
                <a:solidFill>
                  <a:srgbClr val="000000"/>
                </a:solidFill>
              </a:rPr>
              <a:t>Feature importance-</a:t>
            </a:r>
            <a:r>
              <a:rPr lang="en-US" sz="1100" dirty="0" smtClean="0"/>
              <a:t>identifies </a:t>
            </a:r>
            <a:r>
              <a:rPr lang="en-US" sz="1100" dirty="0"/>
              <a:t>the key factors behind academic risk</a:t>
            </a:r>
            <a:endParaRPr lang="en-US" sz="1100" dirty="0">
              <a:solidFill>
                <a:srgbClr val="000000"/>
              </a:solidFill>
            </a:endParaRPr>
          </a:p>
        </p:txBody>
      </p:sp>
      <p:pic>
        <p:nvPicPr>
          <p:cNvPr id="3074" name="Picture 2" descr="Shares Vector Hd PNG Images, Vector Share Icon, Share Icons, Network ...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688" b="96719" l="469" r="99375">
                        <a14:foregroundMark x1="65781" y1="28594" x2="65781" y2="28594"/>
                        <a14:foregroundMark x1="74531" y1="33281" x2="74531" y2="33281"/>
                        <a14:foregroundMark x1="70313" y1="84219" x2="70313" y2="84219"/>
                        <a14:foregroundMark x1="12969" y1="57656" x2="79063" y2="15313"/>
                        <a14:foregroundMark x1="32188" y1="6563" x2="469" y2="45625"/>
                        <a14:foregroundMark x1="31719" y1="82344" x2="68906" y2="91094"/>
                        <a14:foregroundMark x1="80000" y1="82031" x2="97031" y2="40625"/>
                        <a14:foregroundMark x1="97031" y1="40625" x2="43281" y2="4688"/>
                        <a14:foregroundMark x1="75938" y1="13438" x2="99375" y2="42969"/>
                        <a14:foregroundMark x1="61563" y1="96719" x2="40000" y2="957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6" y="256013"/>
            <a:ext cx="861587" cy="86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248" y="496233"/>
            <a:ext cx="2498992" cy="1228022"/>
          </a:xfrm>
          <a:prstGeom prst="rect">
            <a:avLst/>
          </a:prstGeom>
        </p:spPr>
      </p:pic>
      <p:pic>
        <p:nvPicPr>
          <p:cNvPr id="3079" name="Picture 7" descr="Regression analysis - Free business and finance ic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216" y="1687360"/>
            <a:ext cx="832552" cy="83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oogle Shape;1220;p59"/>
          <p:cNvGrpSpPr/>
          <p:nvPr/>
        </p:nvGrpSpPr>
        <p:grpSpPr>
          <a:xfrm>
            <a:off x="6057019" y="2213997"/>
            <a:ext cx="2980080" cy="1785330"/>
            <a:chOff x="2352525" y="1162375"/>
            <a:chExt cx="4438800" cy="2976300"/>
          </a:xfrm>
        </p:grpSpPr>
        <p:sp>
          <p:nvSpPr>
            <p:cNvPr id="29" name="Google Shape;1221;p59"/>
            <p:cNvSpPr/>
            <p:nvPr/>
          </p:nvSpPr>
          <p:spPr>
            <a:xfrm>
              <a:off x="2352525" y="1162375"/>
              <a:ext cx="4438800" cy="2595900"/>
            </a:xfrm>
            <a:prstGeom prst="roundRect">
              <a:avLst>
                <a:gd name="adj" fmla="val 6178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22;p59"/>
            <p:cNvSpPr/>
            <p:nvPr/>
          </p:nvSpPr>
          <p:spPr>
            <a:xfrm>
              <a:off x="4335400" y="3758275"/>
              <a:ext cx="473100" cy="190200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23;p59"/>
            <p:cNvSpPr/>
            <p:nvPr/>
          </p:nvSpPr>
          <p:spPr>
            <a:xfrm>
              <a:off x="4143650" y="3948475"/>
              <a:ext cx="856500" cy="190200"/>
            </a:xfrm>
            <a:prstGeom prst="roundRect">
              <a:avLst>
                <a:gd name="adj" fmla="val 2519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24;p59"/>
            <p:cNvSpPr/>
            <p:nvPr/>
          </p:nvSpPr>
          <p:spPr>
            <a:xfrm>
              <a:off x="4335400" y="3758275"/>
              <a:ext cx="473100" cy="190200"/>
            </a:xfrm>
            <a:prstGeom prst="roundRect">
              <a:avLst>
                <a:gd name="adj" fmla="val 0"/>
              </a:avLst>
            </a:pr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2033" y="2295511"/>
            <a:ext cx="2681829" cy="12493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472" y="4009616"/>
            <a:ext cx="1293127" cy="1108395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204959" y="945986"/>
            <a:ext cx="474133" cy="7563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4"/>
          <p:cNvSpPr txBox="1">
            <a:spLocks noGrp="1"/>
          </p:cNvSpPr>
          <p:nvPr>
            <p:ph type="title"/>
          </p:nvPr>
        </p:nvSpPr>
        <p:spPr>
          <a:xfrm>
            <a:off x="703066" y="684500"/>
            <a:ext cx="4480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Methodology</a:t>
            </a:r>
            <a:endParaRPr dirty="0"/>
          </a:p>
        </p:txBody>
      </p:sp>
      <p:grpSp>
        <p:nvGrpSpPr>
          <p:cNvPr id="634" name="Google Shape;634;p44"/>
          <p:cNvGrpSpPr/>
          <p:nvPr/>
        </p:nvGrpSpPr>
        <p:grpSpPr>
          <a:xfrm>
            <a:off x="5415324" y="2688405"/>
            <a:ext cx="2293253" cy="2203523"/>
            <a:chOff x="5125404" y="1228306"/>
            <a:chExt cx="3829422" cy="3915161"/>
          </a:xfrm>
        </p:grpSpPr>
        <p:sp>
          <p:nvSpPr>
            <p:cNvPr id="635" name="Google Shape;635;p44"/>
            <p:cNvSpPr/>
            <p:nvPr/>
          </p:nvSpPr>
          <p:spPr>
            <a:xfrm>
              <a:off x="5901564" y="3539973"/>
              <a:ext cx="2255930" cy="1603468"/>
            </a:xfrm>
            <a:custGeom>
              <a:avLst/>
              <a:gdLst/>
              <a:ahLst/>
              <a:cxnLst/>
              <a:rect l="l" t="t" r="r" b="b"/>
              <a:pathLst>
                <a:path w="49502" h="35185" extrusionOk="0">
                  <a:moveTo>
                    <a:pt x="1745" y="0"/>
                  </a:moveTo>
                  <a:lnTo>
                    <a:pt x="47741" y="0"/>
                  </a:lnTo>
                  <a:lnTo>
                    <a:pt x="49447" y="28425"/>
                  </a:lnTo>
                  <a:cubicBezTo>
                    <a:pt x="49501" y="29334"/>
                    <a:pt x="48659" y="30080"/>
                    <a:pt x="47695" y="30080"/>
                  </a:cubicBezTo>
                  <a:lnTo>
                    <a:pt x="45244" y="30080"/>
                  </a:lnTo>
                  <a:cubicBezTo>
                    <a:pt x="45527" y="31728"/>
                    <a:pt x="45670" y="33958"/>
                    <a:pt x="45730" y="35184"/>
                  </a:cubicBezTo>
                  <a:lnTo>
                    <a:pt x="35559" y="35184"/>
                  </a:lnTo>
                  <a:cubicBezTo>
                    <a:pt x="35439" y="33032"/>
                    <a:pt x="36254" y="31187"/>
                    <a:pt x="36254" y="31187"/>
                  </a:cubicBezTo>
                  <a:cubicBezTo>
                    <a:pt x="36254" y="31187"/>
                    <a:pt x="36136" y="30760"/>
                    <a:pt x="35956" y="30080"/>
                  </a:cubicBezTo>
                  <a:lnTo>
                    <a:pt x="10384" y="30080"/>
                  </a:lnTo>
                  <a:cubicBezTo>
                    <a:pt x="10201" y="30760"/>
                    <a:pt x="10085" y="31187"/>
                    <a:pt x="10085" y="31187"/>
                  </a:cubicBezTo>
                  <a:cubicBezTo>
                    <a:pt x="10085" y="31187"/>
                    <a:pt x="10900" y="33031"/>
                    <a:pt x="10781" y="35184"/>
                  </a:cubicBezTo>
                  <a:lnTo>
                    <a:pt x="609" y="35184"/>
                  </a:lnTo>
                  <a:cubicBezTo>
                    <a:pt x="672" y="33926"/>
                    <a:pt x="820" y="31614"/>
                    <a:pt x="1117" y="29954"/>
                  </a:cubicBezTo>
                  <a:cubicBezTo>
                    <a:pt x="471" y="29704"/>
                    <a:pt x="1" y="29111"/>
                    <a:pt x="42" y="28425"/>
                  </a:cubicBezTo>
                  <a:close/>
                </a:path>
              </a:pathLst>
            </a:custGeom>
            <a:solidFill>
              <a:srgbClr val="0F2238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4"/>
            <p:cNvSpPr/>
            <p:nvPr/>
          </p:nvSpPr>
          <p:spPr>
            <a:xfrm>
              <a:off x="6805556" y="1228306"/>
              <a:ext cx="1877131" cy="1865100"/>
            </a:xfrm>
            <a:custGeom>
              <a:avLst/>
              <a:gdLst/>
              <a:ahLst/>
              <a:cxnLst/>
              <a:rect l="l" t="t" r="r" b="b"/>
              <a:pathLst>
                <a:path w="41190" h="40926" extrusionOk="0">
                  <a:moveTo>
                    <a:pt x="32440" y="40925"/>
                  </a:moveTo>
                  <a:lnTo>
                    <a:pt x="1" y="40925"/>
                  </a:lnTo>
                  <a:cubicBezTo>
                    <a:pt x="4894" y="40368"/>
                    <a:pt x="7062" y="17744"/>
                    <a:pt x="7109" y="14067"/>
                  </a:cubicBezTo>
                  <a:cubicBezTo>
                    <a:pt x="7184" y="12424"/>
                    <a:pt x="7720" y="6100"/>
                    <a:pt x="8799" y="0"/>
                  </a:cubicBezTo>
                  <a:lnTo>
                    <a:pt x="41189" y="0"/>
                  </a:lnTo>
                  <a:cubicBezTo>
                    <a:pt x="40097" y="6026"/>
                    <a:pt x="39574" y="12282"/>
                    <a:pt x="39551" y="14067"/>
                  </a:cubicBezTo>
                  <a:cubicBezTo>
                    <a:pt x="39392" y="17464"/>
                    <a:pt x="37264" y="40925"/>
                    <a:pt x="32440" y="409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4"/>
            <p:cNvSpPr/>
            <p:nvPr/>
          </p:nvSpPr>
          <p:spPr>
            <a:xfrm>
              <a:off x="6865986" y="1574756"/>
              <a:ext cx="1573436" cy="1518658"/>
            </a:xfrm>
            <a:custGeom>
              <a:avLst/>
              <a:gdLst/>
              <a:ahLst/>
              <a:cxnLst/>
              <a:rect l="l" t="t" r="r" b="b"/>
              <a:pathLst>
                <a:path w="34526" h="33324" extrusionOk="0">
                  <a:moveTo>
                    <a:pt x="31114" y="33323"/>
                  </a:moveTo>
                  <a:lnTo>
                    <a:pt x="585" y="33323"/>
                  </a:lnTo>
                  <a:cubicBezTo>
                    <a:pt x="382" y="33081"/>
                    <a:pt x="190" y="32837"/>
                    <a:pt x="0" y="32594"/>
                  </a:cubicBezTo>
                  <a:cubicBezTo>
                    <a:pt x="3961" y="28614"/>
                    <a:pt x="5739" y="9790"/>
                    <a:pt x="5782" y="6465"/>
                  </a:cubicBezTo>
                  <a:cubicBezTo>
                    <a:pt x="5823" y="5568"/>
                    <a:pt x="6002" y="3269"/>
                    <a:pt x="6332" y="371"/>
                  </a:cubicBezTo>
                  <a:lnTo>
                    <a:pt x="30415" y="371"/>
                  </a:lnTo>
                  <a:cubicBezTo>
                    <a:pt x="30415" y="371"/>
                    <a:pt x="34525" y="1"/>
                    <a:pt x="33501" y="9793"/>
                  </a:cubicBezTo>
                  <a:cubicBezTo>
                    <a:pt x="32604" y="18378"/>
                    <a:pt x="29442" y="30370"/>
                    <a:pt x="34041" y="30083"/>
                  </a:cubicBezTo>
                  <a:cubicBezTo>
                    <a:pt x="33206" y="32061"/>
                    <a:pt x="32234" y="33323"/>
                    <a:pt x="31114" y="333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4"/>
            <p:cNvSpPr/>
            <p:nvPr/>
          </p:nvSpPr>
          <p:spPr>
            <a:xfrm>
              <a:off x="8276479" y="1228306"/>
              <a:ext cx="413753" cy="1872574"/>
            </a:xfrm>
            <a:custGeom>
              <a:avLst/>
              <a:gdLst/>
              <a:ahLst/>
              <a:cxnLst/>
              <a:rect l="l" t="t" r="r" b="b"/>
              <a:pathLst>
                <a:path w="9079" h="41090" extrusionOk="0">
                  <a:moveTo>
                    <a:pt x="9079" y="0"/>
                  </a:moveTo>
                  <a:cubicBezTo>
                    <a:pt x="7985" y="6023"/>
                    <a:pt x="7460" y="12283"/>
                    <a:pt x="7436" y="14068"/>
                  </a:cubicBezTo>
                  <a:lnTo>
                    <a:pt x="7436" y="14074"/>
                  </a:lnTo>
                  <a:cubicBezTo>
                    <a:pt x="7335" y="16252"/>
                    <a:pt x="6425" y="26667"/>
                    <a:pt x="4516" y="33879"/>
                  </a:cubicBezTo>
                  <a:cubicBezTo>
                    <a:pt x="3427" y="37997"/>
                    <a:pt x="1993" y="41090"/>
                    <a:pt x="164" y="41090"/>
                  </a:cubicBezTo>
                  <a:cubicBezTo>
                    <a:pt x="74" y="41090"/>
                    <a:pt x="1" y="41016"/>
                    <a:pt x="1" y="40925"/>
                  </a:cubicBezTo>
                  <a:cubicBezTo>
                    <a:pt x="1" y="40836"/>
                    <a:pt x="74" y="40762"/>
                    <a:pt x="164" y="40762"/>
                  </a:cubicBezTo>
                  <a:cubicBezTo>
                    <a:pt x="1806" y="40762"/>
                    <a:pt x="3148" y="37775"/>
                    <a:pt x="4201" y="33797"/>
                  </a:cubicBezTo>
                  <a:cubicBezTo>
                    <a:pt x="6103" y="26609"/>
                    <a:pt x="7011" y="16232"/>
                    <a:pt x="7112" y="14059"/>
                  </a:cubicBezTo>
                  <a:cubicBezTo>
                    <a:pt x="7135" y="12267"/>
                    <a:pt x="7658" y="6022"/>
                    <a:pt x="8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4"/>
            <p:cNvSpPr/>
            <p:nvPr/>
          </p:nvSpPr>
          <p:spPr>
            <a:xfrm>
              <a:off x="6418320" y="1704366"/>
              <a:ext cx="2064844" cy="1417943"/>
            </a:xfrm>
            <a:custGeom>
              <a:avLst/>
              <a:gdLst/>
              <a:ahLst/>
              <a:cxnLst/>
              <a:rect l="l" t="t" r="r" b="b"/>
              <a:pathLst>
                <a:path w="45309" h="31114" extrusionOk="0">
                  <a:moveTo>
                    <a:pt x="9343" y="30479"/>
                  </a:moveTo>
                  <a:cubicBezTo>
                    <a:pt x="19994" y="30634"/>
                    <a:pt x="38280" y="31114"/>
                    <a:pt x="41017" y="30479"/>
                  </a:cubicBezTo>
                  <a:cubicBezTo>
                    <a:pt x="31474" y="29362"/>
                    <a:pt x="45308" y="0"/>
                    <a:pt x="36364" y="0"/>
                  </a:cubicBezTo>
                  <a:lnTo>
                    <a:pt x="4690" y="0"/>
                  </a:lnTo>
                  <a:cubicBezTo>
                    <a:pt x="13494" y="1031"/>
                    <a:pt x="1" y="30479"/>
                    <a:pt x="9343" y="30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4"/>
            <p:cNvSpPr/>
            <p:nvPr/>
          </p:nvSpPr>
          <p:spPr>
            <a:xfrm>
              <a:off x="5900835" y="3459900"/>
              <a:ext cx="2172396" cy="1375196"/>
            </a:xfrm>
            <a:custGeom>
              <a:avLst/>
              <a:gdLst/>
              <a:ahLst/>
              <a:cxnLst/>
              <a:rect l="l" t="t" r="r" b="b"/>
              <a:pathLst>
                <a:path w="47669" h="30176" extrusionOk="0">
                  <a:moveTo>
                    <a:pt x="1767" y="0"/>
                  </a:moveTo>
                  <a:lnTo>
                    <a:pt x="45904" y="0"/>
                  </a:lnTo>
                  <a:lnTo>
                    <a:pt x="47615" y="28519"/>
                  </a:lnTo>
                  <a:cubicBezTo>
                    <a:pt x="47669" y="29428"/>
                    <a:pt x="46828" y="30175"/>
                    <a:pt x="45863" y="30175"/>
                  </a:cubicBezTo>
                  <a:lnTo>
                    <a:pt x="1807" y="30175"/>
                  </a:lnTo>
                  <a:cubicBezTo>
                    <a:pt x="843" y="30175"/>
                    <a:pt x="1" y="29428"/>
                    <a:pt x="57" y="285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4"/>
            <p:cNvSpPr/>
            <p:nvPr/>
          </p:nvSpPr>
          <p:spPr>
            <a:xfrm>
              <a:off x="5900835" y="3459900"/>
              <a:ext cx="2172396" cy="1323106"/>
            </a:xfrm>
            <a:custGeom>
              <a:avLst/>
              <a:gdLst/>
              <a:ahLst/>
              <a:cxnLst/>
              <a:rect l="l" t="t" r="r" b="b"/>
              <a:pathLst>
                <a:path w="47669" h="29033" extrusionOk="0">
                  <a:moveTo>
                    <a:pt x="1767" y="0"/>
                  </a:moveTo>
                  <a:lnTo>
                    <a:pt x="45904" y="0"/>
                  </a:lnTo>
                  <a:lnTo>
                    <a:pt x="47615" y="27440"/>
                  </a:lnTo>
                  <a:cubicBezTo>
                    <a:pt x="47669" y="28317"/>
                    <a:pt x="46828" y="29033"/>
                    <a:pt x="45863" y="29033"/>
                  </a:cubicBezTo>
                  <a:lnTo>
                    <a:pt x="1807" y="29033"/>
                  </a:lnTo>
                  <a:cubicBezTo>
                    <a:pt x="843" y="29033"/>
                    <a:pt x="1" y="28317"/>
                    <a:pt x="57" y="274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4"/>
            <p:cNvSpPr/>
            <p:nvPr/>
          </p:nvSpPr>
          <p:spPr>
            <a:xfrm>
              <a:off x="6048173" y="3575292"/>
              <a:ext cx="1877906" cy="618145"/>
            </a:xfrm>
            <a:custGeom>
              <a:avLst/>
              <a:gdLst/>
              <a:ahLst/>
              <a:cxnLst/>
              <a:rect l="l" t="t" r="r" b="b"/>
              <a:pathLst>
                <a:path w="41207" h="13564" extrusionOk="0">
                  <a:moveTo>
                    <a:pt x="41051" y="10792"/>
                  </a:moveTo>
                  <a:lnTo>
                    <a:pt x="41205" y="13515"/>
                  </a:lnTo>
                  <a:cubicBezTo>
                    <a:pt x="41206" y="13528"/>
                    <a:pt x="41200" y="13538"/>
                    <a:pt x="41195" y="13549"/>
                  </a:cubicBezTo>
                  <a:cubicBezTo>
                    <a:pt x="41184" y="13558"/>
                    <a:pt x="41174" y="13563"/>
                    <a:pt x="41162" y="13563"/>
                  </a:cubicBezTo>
                  <a:lnTo>
                    <a:pt x="38307" y="13563"/>
                  </a:lnTo>
                  <a:cubicBezTo>
                    <a:pt x="38283" y="13563"/>
                    <a:pt x="38263" y="13543"/>
                    <a:pt x="38263" y="13519"/>
                  </a:cubicBezTo>
                  <a:lnTo>
                    <a:pt x="38263" y="10796"/>
                  </a:lnTo>
                  <a:cubicBezTo>
                    <a:pt x="38263" y="10771"/>
                    <a:pt x="38283" y="10752"/>
                    <a:pt x="38307" y="10752"/>
                  </a:cubicBezTo>
                  <a:lnTo>
                    <a:pt x="41008" y="10752"/>
                  </a:lnTo>
                  <a:cubicBezTo>
                    <a:pt x="41030" y="10749"/>
                    <a:pt x="41049" y="10768"/>
                    <a:pt x="41051" y="10792"/>
                  </a:cubicBezTo>
                  <a:close/>
                  <a:moveTo>
                    <a:pt x="37527" y="13560"/>
                  </a:moveTo>
                  <a:lnTo>
                    <a:pt x="34842" y="13560"/>
                  </a:lnTo>
                  <a:cubicBezTo>
                    <a:pt x="34819" y="13560"/>
                    <a:pt x="34798" y="13541"/>
                    <a:pt x="34798" y="13516"/>
                  </a:cubicBezTo>
                  <a:lnTo>
                    <a:pt x="34798" y="10793"/>
                  </a:lnTo>
                  <a:cubicBezTo>
                    <a:pt x="34798" y="10770"/>
                    <a:pt x="34819" y="10749"/>
                    <a:pt x="34842" y="10749"/>
                  </a:cubicBezTo>
                  <a:lnTo>
                    <a:pt x="37527" y="10749"/>
                  </a:lnTo>
                  <a:cubicBezTo>
                    <a:pt x="37551" y="10749"/>
                    <a:pt x="37571" y="10770"/>
                    <a:pt x="37571" y="10793"/>
                  </a:cubicBezTo>
                  <a:lnTo>
                    <a:pt x="37571" y="13516"/>
                  </a:lnTo>
                  <a:cubicBezTo>
                    <a:pt x="37570" y="13541"/>
                    <a:pt x="37551" y="13560"/>
                    <a:pt x="37527" y="13560"/>
                  </a:cubicBezTo>
                  <a:close/>
                  <a:moveTo>
                    <a:pt x="34064" y="13560"/>
                  </a:moveTo>
                  <a:lnTo>
                    <a:pt x="31381" y="13560"/>
                  </a:lnTo>
                  <a:cubicBezTo>
                    <a:pt x="31356" y="13560"/>
                    <a:pt x="31337" y="13541"/>
                    <a:pt x="31337" y="13516"/>
                  </a:cubicBezTo>
                  <a:lnTo>
                    <a:pt x="31337" y="10793"/>
                  </a:lnTo>
                  <a:cubicBezTo>
                    <a:pt x="31337" y="10770"/>
                    <a:pt x="31356" y="10749"/>
                    <a:pt x="31381" y="10749"/>
                  </a:cubicBezTo>
                  <a:lnTo>
                    <a:pt x="34064" y="10749"/>
                  </a:lnTo>
                  <a:cubicBezTo>
                    <a:pt x="34089" y="10749"/>
                    <a:pt x="34108" y="10770"/>
                    <a:pt x="34108" y="10793"/>
                  </a:cubicBezTo>
                  <a:lnTo>
                    <a:pt x="34108" y="13516"/>
                  </a:lnTo>
                  <a:cubicBezTo>
                    <a:pt x="34107" y="13541"/>
                    <a:pt x="34089" y="13560"/>
                    <a:pt x="34064" y="13560"/>
                  </a:cubicBezTo>
                  <a:close/>
                  <a:moveTo>
                    <a:pt x="30603" y="13560"/>
                  </a:moveTo>
                  <a:lnTo>
                    <a:pt x="27918" y="13560"/>
                  </a:lnTo>
                  <a:cubicBezTo>
                    <a:pt x="27894" y="13560"/>
                    <a:pt x="27874" y="13541"/>
                    <a:pt x="27874" y="13516"/>
                  </a:cubicBezTo>
                  <a:lnTo>
                    <a:pt x="27874" y="10793"/>
                  </a:lnTo>
                  <a:cubicBezTo>
                    <a:pt x="27874" y="10770"/>
                    <a:pt x="27894" y="10749"/>
                    <a:pt x="27918" y="10749"/>
                  </a:cubicBezTo>
                  <a:lnTo>
                    <a:pt x="30603" y="10749"/>
                  </a:lnTo>
                  <a:cubicBezTo>
                    <a:pt x="30626" y="10749"/>
                    <a:pt x="30647" y="10770"/>
                    <a:pt x="30647" y="10793"/>
                  </a:cubicBezTo>
                  <a:lnTo>
                    <a:pt x="30647" y="13516"/>
                  </a:lnTo>
                  <a:cubicBezTo>
                    <a:pt x="30647" y="13541"/>
                    <a:pt x="30626" y="13560"/>
                    <a:pt x="30603" y="13560"/>
                  </a:cubicBezTo>
                  <a:close/>
                  <a:moveTo>
                    <a:pt x="27140" y="13560"/>
                  </a:moveTo>
                  <a:lnTo>
                    <a:pt x="24455" y="13560"/>
                  </a:lnTo>
                  <a:cubicBezTo>
                    <a:pt x="24431" y="13560"/>
                    <a:pt x="24411" y="13541"/>
                    <a:pt x="24411" y="13516"/>
                  </a:cubicBezTo>
                  <a:lnTo>
                    <a:pt x="24411" y="10793"/>
                  </a:lnTo>
                  <a:cubicBezTo>
                    <a:pt x="24411" y="10770"/>
                    <a:pt x="24431" y="10749"/>
                    <a:pt x="24455" y="10749"/>
                  </a:cubicBezTo>
                  <a:lnTo>
                    <a:pt x="27140" y="10749"/>
                  </a:lnTo>
                  <a:cubicBezTo>
                    <a:pt x="27163" y="10749"/>
                    <a:pt x="27184" y="10770"/>
                    <a:pt x="27184" y="10793"/>
                  </a:cubicBezTo>
                  <a:lnTo>
                    <a:pt x="27184" y="13516"/>
                  </a:lnTo>
                  <a:cubicBezTo>
                    <a:pt x="27182" y="13541"/>
                    <a:pt x="27163" y="13560"/>
                    <a:pt x="27140" y="13560"/>
                  </a:cubicBezTo>
                  <a:close/>
                  <a:moveTo>
                    <a:pt x="23677" y="13560"/>
                  </a:moveTo>
                  <a:lnTo>
                    <a:pt x="20992" y="13560"/>
                  </a:lnTo>
                  <a:cubicBezTo>
                    <a:pt x="20968" y="13560"/>
                    <a:pt x="20948" y="13541"/>
                    <a:pt x="20948" y="13516"/>
                  </a:cubicBezTo>
                  <a:lnTo>
                    <a:pt x="20948" y="10793"/>
                  </a:lnTo>
                  <a:cubicBezTo>
                    <a:pt x="20948" y="10770"/>
                    <a:pt x="20968" y="10749"/>
                    <a:pt x="20992" y="10749"/>
                  </a:cubicBezTo>
                  <a:lnTo>
                    <a:pt x="23677" y="10749"/>
                  </a:lnTo>
                  <a:cubicBezTo>
                    <a:pt x="23700" y="10749"/>
                    <a:pt x="23721" y="10770"/>
                    <a:pt x="23721" y="10793"/>
                  </a:cubicBezTo>
                  <a:lnTo>
                    <a:pt x="23721" y="13516"/>
                  </a:lnTo>
                  <a:cubicBezTo>
                    <a:pt x="23721" y="13541"/>
                    <a:pt x="23700" y="13560"/>
                    <a:pt x="23677" y="13560"/>
                  </a:cubicBezTo>
                  <a:close/>
                  <a:moveTo>
                    <a:pt x="20214" y="13560"/>
                  </a:moveTo>
                  <a:lnTo>
                    <a:pt x="17530" y="13560"/>
                  </a:lnTo>
                  <a:cubicBezTo>
                    <a:pt x="17505" y="13560"/>
                    <a:pt x="17486" y="13541"/>
                    <a:pt x="17486" y="13516"/>
                  </a:cubicBezTo>
                  <a:lnTo>
                    <a:pt x="17486" y="10793"/>
                  </a:lnTo>
                  <a:cubicBezTo>
                    <a:pt x="17486" y="10770"/>
                    <a:pt x="17505" y="10749"/>
                    <a:pt x="17530" y="10749"/>
                  </a:cubicBezTo>
                  <a:lnTo>
                    <a:pt x="20214" y="10749"/>
                  </a:lnTo>
                  <a:cubicBezTo>
                    <a:pt x="20239" y="10749"/>
                    <a:pt x="20258" y="10770"/>
                    <a:pt x="20258" y="10793"/>
                  </a:cubicBezTo>
                  <a:lnTo>
                    <a:pt x="20258" y="13516"/>
                  </a:lnTo>
                  <a:cubicBezTo>
                    <a:pt x="20258" y="13541"/>
                    <a:pt x="20239" y="13560"/>
                    <a:pt x="20214" y="13560"/>
                  </a:cubicBezTo>
                  <a:close/>
                  <a:moveTo>
                    <a:pt x="16752" y="13560"/>
                  </a:moveTo>
                  <a:lnTo>
                    <a:pt x="14067" y="13560"/>
                  </a:lnTo>
                  <a:cubicBezTo>
                    <a:pt x="14043" y="13560"/>
                    <a:pt x="14023" y="13541"/>
                    <a:pt x="14023" y="13516"/>
                  </a:cubicBezTo>
                  <a:lnTo>
                    <a:pt x="14023" y="10793"/>
                  </a:lnTo>
                  <a:cubicBezTo>
                    <a:pt x="14023" y="10770"/>
                    <a:pt x="14043" y="10749"/>
                    <a:pt x="14067" y="10749"/>
                  </a:cubicBezTo>
                  <a:lnTo>
                    <a:pt x="16752" y="10749"/>
                  </a:lnTo>
                  <a:cubicBezTo>
                    <a:pt x="16775" y="10749"/>
                    <a:pt x="16796" y="10770"/>
                    <a:pt x="16796" y="10793"/>
                  </a:cubicBezTo>
                  <a:lnTo>
                    <a:pt x="16796" y="13516"/>
                  </a:lnTo>
                  <a:cubicBezTo>
                    <a:pt x="16796" y="13541"/>
                    <a:pt x="16775" y="13560"/>
                    <a:pt x="16752" y="13560"/>
                  </a:cubicBezTo>
                  <a:close/>
                  <a:moveTo>
                    <a:pt x="13289" y="13560"/>
                  </a:moveTo>
                  <a:lnTo>
                    <a:pt x="10604" y="13560"/>
                  </a:lnTo>
                  <a:cubicBezTo>
                    <a:pt x="10580" y="13560"/>
                    <a:pt x="10560" y="13541"/>
                    <a:pt x="10560" y="13516"/>
                  </a:cubicBezTo>
                  <a:lnTo>
                    <a:pt x="10560" y="10793"/>
                  </a:lnTo>
                  <a:cubicBezTo>
                    <a:pt x="10560" y="10770"/>
                    <a:pt x="10580" y="10749"/>
                    <a:pt x="10604" y="10749"/>
                  </a:cubicBezTo>
                  <a:lnTo>
                    <a:pt x="13289" y="10749"/>
                  </a:lnTo>
                  <a:cubicBezTo>
                    <a:pt x="13312" y="10749"/>
                    <a:pt x="13333" y="10770"/>
                    <a:pt x="13333" y="10793"/>
                  </a:cubicBezTo>
                  <a:lnTo>
                    <a:pt x="13333" y="13516"/>
                  </a:lnTo>
                  <a:cubicBezTo>
                    <a:pt x="13333" y="13541"/>
                    <a:pt x="13312" y="13560"/>
                    <a:pt x="13289" y="13560"/>
                  </a:cubicBezTo>
                  <a:close/>
                  <a:moveTo>
                    <a:pt x="9826" y="13560"/>
                  </a:moveTo>
                  <a:lnTo>
                    <a:pt x="7141" y="13560"/>
                  </a:lnTo>
                  <a:cubicBezTo>
                    <a:pt x="7117" y="13560"/>
                    <a:pt x="7097" y="13541"/>
                    <a:pt x="7097" y="13516"/>
                  </a:cubicBezTo>
                  <a:lnTo>
                    <a:pt x="7097" y="10793"/>
                  </a:lnTo>
                  <a:cubicBezTo>
                    <a:pt x="7097" y="10770"/>
                    <a:pt x="7116" y="10749"/>
                    <a:pt x="7141" y="10749"/>
                  </a:cubicBezTo>
                  <a:lnTo>
                    <a:pt x="9826" y="10749"/>
                  </a:lnTo>
                  <a:cubicBezTo>
                    <a:pt x="9849" y="10749"/>
                    <a:pt x="9870" y="10770"/>
                    <a:pt x="9870" y="10793"/>
                  </a:cubicBezTo>
                  <a:lnTo>
                    <a:pt x="9870" y="13516"/>
                  </a:lnTo>
                  <a:cubicBezTo>
                    <a:pt x="9870" y="13541"/>
                    <a:pt x="9849" y="13560"/>
                    <a:pt x="9826" y="13560"/>
                  </a:cubicBezTo>
                  <a:close/>
                  <a:moveTo>
                    <a:pt x="6363" y="13560"/>
                  </a:moveTo>
                  <a:lnTo>
                    <a:pt x="3679" y="13560"/>
                  </a:lnTo>
                  <a:cubicBezTo>
                    <a:pt x="3654" y="13560"/>
                    <a:pt x="3635" y="13541"/>
                    <a:pt x="3635" y="13516"/>
                  </a:cubicBezTo>
                  <a:lnTo>
                    <a:pt x="3635" y="10793"/>
                  </a:lnTo>
                  <a:cubicBezTo>
                    <a:pt x="3635" y="10770"/>
                    <a:pt x="3654" y="10749"/>
                    <a:pt x="3679" y="10749"/>
                  </a:cubicBezTo>
                  <a:lnTo>
                    <a:pt x="6363" y="10749"/>
                  </a:lnTo>
                  <a:cubicBezTo>
                    <a:pt x="6388" y="10749"/>
                    <a:pt x="6407" y="10770"/>
                    <a:pt x="6407" y="10793"/>
                  </a:cubicBezTo>
                  <a:lnTo>
                    <a:pt x="6407" y="13516"/>
                  </a:lnTo>
                  <a:cubicBezTo>
                    <a:pt x="6407" y="13541"/>
                    <a:pt x="6388" y="13560"/>
                    <a:pt x="6363" y="13560"/>
                  </a:cubicBezTo>
                  <a:close/>
                  <a:moveTo>
                    <a:pt x="2901" y="13560"/>
                  </a:moveTo>
                  <a:lnTo>
                    <a:pt x="44" y="13560"/>
                  </a:lnTo>
                  <a:cubicBezTo>
                    <a:pt x="33" y="13560"/>
                    <a:pt x="21" y="13556"/>
                    <a:pt x="14" y="13546"/>
                  </a:cubicBezTo>
                  <a:cubicBezTo>
                    <a:pt x="5" y="13537"/>
                    <a:pt x="0" y="13527"/>
                    <a:pt x="0" y="13514"/>
                  </a:cubicBezTo>
                  <a:lnTo>
                    <a:pt x="155" y="10790"/>
                  </a:lnTo>
                  <a:cubicBezTo>
                    <a:pt x="158" y="10767"/>
                    <a:pt x="175" y="10749"/>
                    <a:pt x="199" y="10749"/>
                  </a:cubicBezTo>
                  <a:lnTo>
                    <a:pt x="2900" y="10749"/>
                  </a:lnTo>
                  <a:cubicBezTo>
                    <a:pt x="2925" y="10749"/>
                    <a:pt x="2944" y="10770"/>
                    <a:pt x="2944" y="10793"/>
                  </a:cubicBezTo>
                  <a:lnTo>
                    <a:pt x="2944" y="13516"/>
                  </a:lnTo>
                  <a:cubicBezTo>
                    <a:pt x="2944" y="13541"/>
                    <a:pt x="2925" y="13560"/>
                    <a:pt x="2901" y="13560"/>
                  </a:cubicBezTo>
                  <a:close/>
                  <a:moveTo>
                    <a:pt x="40886" y="7885"/>
                  </a:moveTo>
                  <a:lnTo>
                    <a:pt x="41004" y="9945"/>
                  </a:lnTo>
                  <a:cubicBezTo>
                    <a:pt x="41004" y="9957"/>
                    <a:pt x="40999" y="9968"/>
                    <a:pt x="40990" y="9977"/>
                  </a:cubicBezTo>
                  <a:cubicBezTo>
                    <a:pt x="40980" y="9986"/>
                    <a:pt x="40971" y="9992"/>
                    <a:pt x="40958" y="9992"/>
                  </a:cubicBezTo>
                  <a:lnTo>
                    <a:pt x="37640" y="9992"/>
                  </a:lnTo>
                  <a:cubicBezTo>
                    <a:pt x="37617" y="9992"/>
                    <a:pt x="37598" y="9971"/>
                    <a:pt x="37598" y="9948"/>
                  </a:cubicBezTo>
                  <a:lnTo>
                    <a:pt x="37598" y="7890"/>
                  </a:lnTo>
                  <a:cubicBezTo>
                    <a:pt x="37598" y="7865"/>
                    <a:pt x="37617" y="7846"/>
                    <a:pt x="37640" y="7846"/>
                  </a:cubicBezTo>
                  <a:lnTo>
                    <a:pt x="40844" y="7846"/>
                  </a:lnTo>
                  <a:cubicBezTo>
                    <a:pt x="40866" y="7843"/>
                    <a:pt x="40883" y="7862"/>
                    <a:pt x="40886" y="7885"/>
                  </a:cubicBezTo>
                  <a:close/>
                  <a:moveTo>
                    <a:pt x="36824" y="9990"/>
                  </a:moveTo>
                  <a:lnTo>
                    <a:pt x="33483" y="9990"/>
                  </a:lnTo>
                  <a:cubicBezTo>
                    <a:pt x="33460" y="9990"/>
                    <a:pt x="33439" y="9970"/>
                    <a:pt x="33439" y="9946"/>
                  </a:cubicBezTo>
                  <a:lnTo>
                    <a:pt x="33439" y="7887"/>
                  </a:lnTo>
                  <a:cubicBezTo>
                    <a:pt x="33439" y="7863"/>
                    <a:pt x="33460" y="7843"/>
                    <a:pt x="33483" y="7843"/>
                  </a:cubicBezTo>
                  <a:lnTo>
                    <a:pt x="36827" y="7843"/>
                  </a:lnTo>
                  <a:cubicBezTo>
                    <a:pt x="36851" y="7843"/>
                    <a:pt x="36871" y="7863"/>
                    <a:pt x="36871" y="7887"/>
                  </a:cubicBezTo>
                  <a:lnTo>
                    <a:pt x="36871" y="9946"/>
                  </a:lnTo>
                  <a:cubicBezTo>
                    <a:pt x="36868" y="9971"/>
                    <a:pt x="36849" y="9990"/>
                    <a:pt x="36824" y="9990"/>
                  </a:cubicBezTo>
                  <a:close/>
                  <a:moveTo>
                    <a:pt x="32668" y="9990"/>
                  </a:moveTo>
                  <a:lnTo>
                    <a:pt x="29326" y="9990"/>
                  </a:lnTo>
                  <a:cubicBezTo>
                    <a:pt x="29301" y="9990"/>
                    <a:pt x="29282" y="9970"/>
                    <a:pt x="29282" y="9946"/>
                  </a:cubicBezTo>
                  <a:lnTo>
                    <a:pt x="29282" y="7887"/>
                  </a:lnTo>
                  <a:cubicBezTo>
                    <a:pt x="29282" y="7863"/>
                    <a:pt x="29301" y="7843"/>
                    <a:pt x="29326" y="7843"/>
                  </a:cubicBezTo>
                  <a:lnTo>
                    <a:pt x="32668" y="7843"/>
                  </a:lnTo>
                  <a:cubicBezTo>
                    <a:pt x="32692" y="7843"/>
                    <a:pt x="32712" y="7863"/>
                    <a:pt x="32712" y="7887"/>
                  </a:cubicBezTo>
                  <a:lnTo>
                    <a:pt x="32712" y="9946"/>
                  </a:lnTo>
                  <a:cubicBezTo>
                    <a:pt x="32712" y="9971"/>
                    <a:pt x="32692" y="9990"/>
                    <a:pt x="32668" y="9990"/>
                  </a:cubicBezTo>
                  <a:close/>
                  <a:moveTo>
                    <a:pt x="28511" y="9990"/>
                  </a:moveTo>
                  <a:lnTo>
                    <a:pt x="25167" y="9990"/>
                  </a:lnTo>
                  <a:cubicBezTo>
                    <a:pt x="25143" y="9990"/>
                    <a:pt x="25123" y="9970"/>
                    <a:pt x="25123" y="9946"/>
                  </a:cubicBezTo>
                  <a:lnTo>
                    <a:pt x="25123" y="7887"/>
                  </a:lnTo>
                  <a:cubicBezTo>
                    <a:pt x="25123" y="7863"/>
                    <a:pt x="25143" y="7843"/>
                    <a:pt x="25167" y="7843"/>
                  </a:cubicBezTo>
                  <a:lnTo>
                    <a:pt x="28511" y="7843"/>
                  </a:lnTo>
                  <a:cubicBezTo>
                    <a:pt x="28534" y="7843"/>
                    <a:pt x="28555" y="7863"/>
                    <a:pt x="28555" y="7887"/>
                  </a:cubicBezTo>
                  <a:lnTo>
                    <a:pt x="28555" y="9946"/>
                  </a:lnTo>
                  <a:cubicBezTo>
                    <a:pt x="28555" y="9971"/>
                    <a:pt x="28534" y="9990"/>
                    <a:pt x="28511" y="9990"/>
                  </a:cubicBezTo>
                  <a:close/>
                  <a:moveTo>
                    <a:pt x="24352" y="9990"/>
                  </a:moveTo>
                  <a:lnTo>
                    <a:pt x="21009" y="9990"/>
                  </a:lnTo>
                  <a:cubicBezTo>
                    <a:pt x="20984" y="9990"/>
                    <a:pt x="20965" y="9970"/>
                    <a:pt x="20965" y="9946"/>
                  </a:cubicBezTo>
                  <a:lnTo>
                    <a:pt x="20965" y="7887"/>
                  </a:lnTo>
                  <a:cubicBezTo>
                    <a:pt x="20965" y="7863"/>
                    <a:pt x="20984" y="7843"/>
                    <a:pt x="21009" y="7843"/>
                  </a:cubicBezTo>
                  <a:lnTo>
                    <a:pt x="24352" y="7843"/>
                  </a:lnTo>
                  <a:cubicBezTo>
                    <a:pt x="24375" y="7843"/>
                    <a:pt x="24396" y="7863"/>
                    <a:pt x="24396" y="7887"/>
                  </a:cubicBezTo>
                  <a:lnTo>
                    <a:pt x="24396" y="9946"/>
                  </a:lnTo>
                  <a:cubicBezTo>
                    <a:pt x="24396" y="9971"/>
                    <a:pt x="24378" y="9990"/>
                    <a:pt x="24352" y="9990"/>
                  </a:cubicBezTo>
                  <a:close/>
                  <a:moveTo>
                    <a:pt x="20196" y="9990"/>
                  </a:moveTo>
                  <a:lnTo>
                    <a:pt x="16852" y="9990"/>
                  </a:lnTo>
                  <a:cubicBezTo>
                    <a:pt x="16828" y="9990"/>
                    <a:pt x="16808" y="9970"/>
                    <a:pt x="16808" y="9946"/>
                  </a:cubicBezTo>
                  <a:lnTo>
                    <a:pt x="16808" y="7887"/>
                  </a:lnTo>
                  <a:cubicBezTo>
                    <a:pt x="16808" y="7863"/>
                    <a:pt x="16828" y="7843"/>
                    <a:pt x="16852" y="7843"/>
                  </a:cubicBezTo>
                  <a:lnTo>
                    <a:pt x="20196" y="7843"/>
                  </a:lnTo>
                  <a:cubicBezTo>
                    <a:pt x="20219" y="7843"/>
                    <a:pt x="20240" y="7863"/>
                    <a:pt x="20240" y="7887"/>
                  </a:cubicBezTo>
                  <a:lnTo>
                    <a:pt x="20240" y="9946"/>
                  </a:lnTo>
                  <a:cubicBezTo>
                    <a:pt x="20239" y="9971"/>
                    <a:pt x="20219" y="9990"/>
                    <a:pt x="20196" y="9990"/>
                  </a:cubicBezTo>
                  <a:close/>
                  <a:moveTo>
                    <a:pt x="16037" y="9990"/>
                  </a:moveTo>
                  <a:lnTo>
                    <a:pt x="12694" y="9990"/>
                  </a:lnTo>
                  <a:cubicBezTo>
                    <a:pt x="12671" y="9990"/>
                    <a:pt x="12650" y="9970"/>
                    <a:pt x="12650" y="9946"/>
                  </a:cubicBezTo>
                  <a:lnTo>
                    <a:pt x="12650" y="7887"/>
                  </a:lnTo>
                  <a:cubicBezTo>
                    <a:pt x="12650" y="7863"/>
                    <a:pt x="12668" y="7843"/>
                    <a:pt x="12694" y="7843"/>
                  </a:cubicBezTo>
                  <a:lnTo>
                    <a:pt x="16037" y="7843"/>
                  </a:lnTo>
                  <a:cubicBezTo>
                    <a:pt x="16061" y="7843"/>
                    <a:pt x="16081" y="7863"/>
                    <a:pt x="16081" y="7887"/>
                  </a:cubicBezTo>
                  <a:lnTo>
                    <a:pt x="16081" y="9946"/>
                  </a:lnTo>
                  <a:cubicBezTo>
                    <a:pt x="16081" y="9971"/>
                    <a:pt x="16062" y="9990"/>
                    <a:pt x="16037" y="9990"/>
                  </a:cubicBezTo>
                  <a:close/>
                  <a:moveTo>
                    <a:pt x="11880" y="9990"/>
                  </a:moveTo>
                  <a:lnTo>
                    <a:pt x="8535" y="9990"/>
                  </a:lnTo>
                  <a:cubicBezTo>
                    <a:pt x="8512" y="9990"/>
                    <a:pt x="8491" y="9970"/>
                    <a:pt x="8491" y="9946"/>
                  </a:cubicBezTo>
                  <a:lnTo>
                    <a:pt x="8491" y="7887"/>
                  </a:lnTo>
                  <a:cubicBezTo>
                    <a:pt x="8491" y="7863"/>
                    <a:pt x="8512" y="7843"/>
                    <a:pt x="8535" y="7843"/>
                  </a:cubicBezTo>
                  <a:lnTo>
                    <a:pt x="11880" y="7843"/>
                  </a:lnTo>
                  <a:cubicBezTo>
                    <a:pt x="11903" y="7843"/>
                    <a:pt x="11924" y="7863"/>
                    <a:pt x="11924" y="7887"/>
                  </a:cubicBezTo>
                  <a:lnTo>
                    <a:pt x="11924" y="9946"/>
                  </a:lnTo>
                  <a:cubicBezTo>
                    <a:pt x="11924" y="9971"/>
                    <a:pt x="11905" y="9990"/>
                    <a:pt x="11880" y="9990"/>
                  </a:cubicBezTo>
                  <a:close/>
                  <a:moveTo>
                    <a:pt x="7724" y="9990"/>
                  </a:moveTo>
                  <a:lnTo>
                    <a:pt x="4380" y="9990"/>
                  </a:lnTo>
                  <a:cubicBezTo>
                    <a:pt x="4356" y="9990"/>
                    <a:pt x="4335" y="9970"/>
                    <a:pt x="4335" y="9946"/>
                  </a:cubicBezTo>
                  <a:lnTo>
                    <a:pt x="4335" y="7887"/>
                  </a:lnTo>
                  <a:cubicBezTo>
                    <a:pt x="4335" y="7863"/>
                    <a:pt x="4355" y="7843"/>
                    <a:pt x="4380" y="7843"/>
                  </a:cubicBezTo>
                  <a:lnTo>
                    <a:pt x="7724" y="7843"/>
                  </a:lnTo>
                  <a:cubicBezTo>
                    <a:pt x="7747" y="7843"/>
                    <a:pt x="7768" y="7863"/>
                    <a:pt x="7768" y="7887"/>
                  </a:cubicBezTo>
                  <a:lnTo>
                    <a:pt x="7768" y="9946"/>
                  </a:lnTo>
                  <a:cubicBezTo>
                    <a:pt x="7768" y="9971"/>
                    <a:pt x="7747" y="9990"/>
                    <a:pt x="7724" y="9990"/>
                  </a:cubicBezTo>
                  <a:close/>
                  <a:moveTo>
                    <a:pt x="3565" y="9990"/>
                  </a:moveTo>
                  <a:lnTo>
                    <a:pt x="247" y="9990"/>
                  </a:lnTo>
                  <a:cubicBezTo>
                    <a:pt x="234" y="9990"/>
                    <a:pt x="224" y="9984"/>
                    <a:pt x="216" y="9976"/>
                  </a:cubicBezTo>
                  <a:cubicBezTo>
                    <a:pt x="207" y="9967"/>
                    <a:pt x="203" y="9955"/>
                    <a:pt x="204" y="9942"/>
                  </a:cubicBezTo>
                  <a:lnTo>
                    <a:pt x="322" y="7884"/>
                  </a:lnTo>
                  <a:cubicBezTo>
                    <a:pt x="325" y="7860"/>
                    <a:pt x="342" y="7843"/>
                    <a:pt x="366" y="7843"/>
                  </a:cubicBezTo>
                  <a:lnTo>
                    <a:pt x="3568" y="7843"/>
                  </a:lnTo>
                  <a:cubicBezTo>
                    <a:pt x="3593" y="7843"/>
                    <a:pt x="3612" y="7863"/>
                    <a:pt x="3612" y="7887"/>
                  </a:cubicBezTo>
                  <a:lnTo>
                    <a:pt x="3612" y="9946"/>
                  </a:lnTo>
                  <a:cubicBezTo>
                    <a:pt x="3609" y="9971"/>
                    <a:pt x="3588" y="9990"/>
                    <a:pt x="3565" y="9990"/>
                  </a:cubicBezTo>
                  <a:close/>
                  <a:moveTo>
                    <a:pt x="40728" y="5124"/>
                  </a:moveTo>
                  <a:lnTo>
                    <a:pt x="40836" y="7038"/>
                  </a:lnTo>
                  <a:cubicBezTo>
                    <a:pt x="40836" y="7050"/>
                    <a:pt x="40832" y="7062"/>
                    <a:pt x="40823" y="7070"/>
                  </a:cubicBezTo>
                  <a:cubicBezTo>
                    <a:pt x="40814" y="7079"/>
                    <a:pt x="40804" y="7085"/>
                    <a:pt x="40792" y="7085"/>
                  </a:cubicBezTo>
                  <a:lnTo>
                    <a:pt x="36749" y="7085"/>
                  </a:lnTo>
                  <a:cubicBezTo>
                    <a:pt x="36726" y="7085"/>
                    <a:pt x="36705" y="7065"/>
                    <a:pt x="36705" y="7041"/>
                  </a:cubicBezTo>
                  <a:lnTo>
                    <a:pt x="36705" y="5127"/>
                  </a:lnTo>
                  <a:cubicBezTo>
                    <a:pt x="36705" y="5103"/>
                    <a:pt x="36726" y="5083"/>
                    <a:pt x="36749" y="5083"/>
                  </a:cubicBezTo>
                  <a:lnTo>
                    <a:pt x="40682" y="5083"/>
                  </a:lnTo>
                  <a:cubicBezTo>
                    <a:pt x="40707" y="5083"/>
                    <a:pt x="40728" y="5100"/>
                    <a:pt x="40728" y="5124"/>
                  </a:cubicBezTo>
                  <a:close/>
                  <a:moveTo>
                    <a:pt x="35976" y="7085"/>
                  </a:moveTo>
                  <a:lnTo>
                    <a:pt x="32250" y="7085"/>
                  </a:lnTo>
                  <a:cubicBezTo>
                    <a:pt x="32226" y="7085"/>
                    <a:pt x="32206" y="7065"/>
                    <a:pt x="32206" y="7041"/>
                  </a:cubicBezTo>
                  <a:lnTo>
                    <a:pt x="32206" y="5127"/>
                  </a:lnTo>
                  <a:cubicBezTo>
                    <a:pt x="32206" y="5103"/>
                    <a:pt x="32226" y="5083"/>
                    <a:pt x="32250" y="5083"/>
                  </a:cubicBezTo>
                  <a:lnTo>
                    <a:pt x="35976" y="5083"/>
                  </a:lnTo>
                  <a:cubicBezTo>
                    <a:pt x="35999" y="5083"/>
                    <a:pt x="36020" y="5103"/>
                    <a:pt x="36020" y="5127"/>
                  </a:cubicBezTo>
                  <a:lnTo>
                    <a:pt x="36020" y="7041"/>
                  </a:lnTo>
                  <a:cubicBezTo>
                    <a:pt x="36020" y="7065"/>
                    <a:pt x="35999" y="7085"/>
                    <a:pt x="35976" y="7085"/>
                  </a:cubicBezTo>
                  <a:close/>
                  <a:moveTo>
                    <a:pt x="31472" y="7085"/>
                  </a:moveTo>
                  <a:lnTo>
                    <a:pt x="27747" y="7085"/>
                  </a:lnTo>
                  <a:cubicBezTo>
                    <a:pt x="27723" y="7085"/>
                    <a:pt x="27703" y="7065"/>
                    <a:pt x="27703" y="7041"/>
                  </a:cubicBezTo>
                  <a:lnTo>
                    <a:pt x="27703" y="5127"/>
                  </a:lnTo>
                  <a:cubicBezTo>
                    <a:pt x="27703" y="5103"/>
                    <a:pt x="27723" y="5083"/>
                    <a:pt x="27747" y="5083"/>
                  </a:cubicBezTo>
                  <a:lnTo>
                    <a:pt x="31472" y="5083"/>
                  </a:lnTo>
                  <a:cubicBezTo>
                    <a:pt x="31495" y="5083"/>
                    <a:pt x="31516" y="5103"/>
                    <a:pt x="31516" y="5127"/>
                  </a:cubicBezTo>
                  <a:lnTo>
                    <a:pt x="31516" y="7041"/>
                  </a:lnTo>
                  <a:cubicBezTo>
                    <a:pt x="31514" y="7065"/>
                    <a:pt x="31495" y="7085"/>
                    <a:pt x="31472" y="7085"/>
                  </a:cubicBezTo>
                  <a:close/>
                  <a:moveTo>
                    <a:pt x="26969" y="7085"/>
                  </a:moveTo>
                  <a:lnTo>
                    <a:pt x="23244" y="7085"/>
                  </a:lnTo>
                  <a:cubicBezTo>
                    <a:pt x="23220" y="7085"/>
                    <a:pt x="23200" y="7065"/>
                    <a:pt x="23200" y="7041"/>
                  </a:cubicBezTo>
                  <a:lnTo>
                    <a:pt x="23200" y="5127"/>
                  </a:lnTo>
                  <a:cubicBezTo>
                    <a:pt x="23200" y="5103"/>
                    <a:pt x="23220" y="5083"/>
                    <a:pt x="23244" y="5083"/>
                  </a:cubicBezTo>
                  <a:lnTo>
                    <a:pt x="26969" y="5083"/>
                  </a:lnTo>
                  <a:cubicBezTo>
                    <a:pt x="26993" y="5083"/>
                    <a:pt x="27013" y="5103"/>
                    <a:pt x="27013" y="5127"/>
                  </a:cubicBezTo>
                  <a:lnTo>
                    <a:pt x="27013" y="7041"/>
                  </a:lnTo>
                  <a:cubicBezTo>
                    <a:pt x="27013" y="7065"/>
                    <a:pt x="26993" y="7085"/>
                    <a:pt x="26969" y="7085"/>
                  </a:cubicBezTo>
                  <a:close/>
                  <a:moveTo>
                    <a:pt x="22466" y="7085"/>
                  </a:moveTo>
                  <a:lnTo>
                    <a:pt x="18741" y="7085"/>
                  </a:lnTo>
                  <a:cubicBezTo>
                    <a:pt x="18716" y="7085"/>
                    <a:pt x="18697" y="7065"/>
                    <a:pt x="18697" y="7041"/>
                  </a:cubicBezTo>
                  <a:lnTo>
                    <a:pt x="18697" y="5127"/>
                  </a:lnTo>
                  <a:cubicBezTo>
                    <a:pt x="18697" y="5103"/>
                    <a:pt x="18716" y="5083"/>
                    <a:pt x="18741" y="5083"/>
                  </a:cubicBezTo>
                  <a:lnTo>
                    <a:pt x="22466" y="5083"/>
                  </a:lnTo>
                  <a:cubicBezTo>
                    <a:pt x="22489" y="5083"/>
                    <a:pt x="22510" y="5103"/>
                    <a:pt x="22510" y="5127"/>
                  </a:cubicBezTo>
                  <a:lnTo>
                    <a:pt x="22510" y="7041"/>
                  </a:lnTo>
                  <a:cubicBezTo>
                    <a:pt x="22510" y="7065"/>
                    <a:pt x="22489" y="7085"/>
                    <a:pt x="22466" y="7085"/>
                  </a:cubicBezTo>
                  <a:close/>
                  <a:moveTo>
                    <a:pt x="17963" y="7085"/>
                  </a:moveTo>
                  <a:lnTo>
                    <a:pt x="14237" y="7085"/>
                  </a:lnTo>
                  <a:cubicBezTo>
                    <a:pt x="14214" y="7085"/>
                    <a:pt x="14193" y="7065"/>
                    <a:pt x="14193" y="7041"/>
                  </a:cubicBezTo>
                  <a:lnTo>
                    <a:pt x="14193" y="5127"/>
                  </a:lnTo>
                  <a:cubicBezTo>
                    <a:pt x="14193" y="5103"/>
                    <a:pt x="14212" y="5083"/>
                    <a:pt x="14237" y="5083"/>
                  </a:cubicBezTo>
                  <a:lnTo>
                    <a:pt x="17963" y="5083"/>
                  </a:lnTo>
                  <a:cubicBezTo>
                    <a:pt x="17987" y="5083"/>
                    <a:pt x="18007" y="5103"/>
                    <a:pt x="18007" y="5127"/>
                  </a:cubicBezTo>
                  <a:lnTo>
                    <a:pt x="18007" y="7041"/>
                  </a:lnTo>
                  <a:cubicBezTo>
                    <a:pt x="18007" y="7065"/>
                    <a:pt x="17987" y="7085"/>
                    <a:pt x="17963" y="7085"/>
                  </a:cubicBezTo>
                  <a:close/>
                  <a:moveTo>
                    <a:pt x="13459" y="7085"/>
                  </a:moveTo>
                  <a:lnTo>
                    <a:pt x="9735" y="7085"/>
                  </a:lnTo>
                  <a:cubicBezTo>
                    <a:pt x="9710" y="7085"/>
                    <a:pt x="9691" y="7065"/>
                    <a:pt x="9691" y="7041"/>
                  </a:cubicBezTo>
                  <a:lnTo>
                    <a:pt x="9691" y="5127"/>
                  </a:lnTo>
                  <a:cubicBezTo>
                    <a:pt x="9691" y="5103"/>
                    <a:pt x="9710" y="5083"/>
                    <a:pt x="9735" y="5083"/>
                  </a:cubicBezTo>
                  <a:lnTo>
                    <a:pt x="13459" y="5083"/>
                  </a:lnTo>
                  <a:cubicBezTo>
                    <a:pt x="13483" y="5083"/>
                    <a:pt x="13503" y="5103"/>
                    <a:pt x="13503" y="5127"/>
                  </a:cubicBezTo>
                  <a:lnTo>
                    <a:pt x="13503" y="7041"/>
                  </a:lnTo>
                  <a:cubicBezTo>
                    <a:pt x="13503" y="7065"/>
                    <a:pt x="13483" y="7085"/>
                    <a:pt x="13459" y="7085"/>
                  </a:cubicBezTo>
                  <a:close/>
                  <a:moveTo>
                    <a:pt x="8957" y="7085"/>
                  </a:moveTo>
                  <a:lnTo>
                    <a:pt x="5231" y="7085"/>
                  </a:lnTo>
                  <a:cubicBezTo>
                    <a:pt x="5207" y="7085"/>
                    <a:pt x="5187" y="7065"/>
                    <a:pt x="5187" y="7041"/>
                  </a:cubicBezTo>
                  <a:lnTo>
                    <a:pt x="5187" y="5127"/>
                  </a:lnTo>
                  <a:cubicBezTo>
                    <a:pt x="5187" y="5103"/>
                    <a:pt x="5207" y="5083"/>
                    <a:pt x="5231" y="5083"/>
                  </a:cubicBezTo>
                  <a:lnTo>
                    <a:pt x="8957" y="5083"/>
                  </a:lnTo>
                  <a:cubicBezTo>
                    <a:pt x="8980" y="5083"/>
                    <a:pt x="9001" y="5103"/>
                    <a:pt x="9001" y="5127"/>
                  </a:cubicBezTo>
                  <a:lnTo>
                    <a:pt x="9001" y="7041"/>
                  </a:lnTo>
                  <a:cubicBezTo>
                    <a:pt x="9001" y="7065"/>
                    <a:pt x="8980" y="7085"/>
                    <a:pt x="8957" y="7085"/>
                  </a:cubicBezTo>
                  <a:close/>
                  <a:moveTo>
                    <a:pt x="4453" y="7085"/>
                  </a:moveTo>
                  <a:lnTo>
                    <a:pt x="411" y="7085"/>
                  </a:lnTo>
                  <a:cubicBezTo>
                    <a:pt x="400" y="7085"/>
                    <a:pt x="388" y="7079"/>
                    <a:pt x="381" y="7070"/>
                  </a:cubicBezTo>
                  <a:cubicBezTo>
                    <a:pt x="372" y="7062"/>
                    <a:pt x="367" y="7050"/>
                    <a:pt x="370" y="7037"/>
                  </a:cubicBezTo>
                  <a:lnTo>
                    <a:pt x="478" y="5124"/>
                  </a:lnTo>
                  <a:cubicBezTo>
                    <a:pt x="480" y="5099"/>
                    <a:pt x="498" y="5083"/>
                    <a:pt x="522" y="5083"/>
                  </a:cubicBezTo>
                  <a:lnTo>
                    <a:pt x="4454" y="5083"/>
                  </a:lnTo>
                  <a:cubicBezTo>
                    <a:pt x="4478" y="5083"/>
                    <a:pt x="4498" y="5103"/>
                    <a:pt x="4498" y="5127"/>
                  </a:cubicBezTo>
                  <a:lnTo>
                    <a:pt x="4498" y="7041"/>
                  </a:lnTo>
                  <a:cubicBezTo>
                    <a:pt x="4497" y="7065"/>
                    <a:pt x="4476" y="7085"/>
                    <a:pt x="4453" y="7085"/>
                  </a:cubicBezTo>
                  <a:close/>
                  <a:moveTo>
                    <a:pt x="40575" y="2430"/>
                  </a:moveTo>
                  <a:lnTo>
                    <a:pt x="40681" y="4278"/>
                  </a:lnTo>
                  <a:cubicBezTo>
                    <a:pt x="40681" y="4290"/>
                    <a:pt x="40676" y="4302"/>
                    <a:pt x="40668" y="4311"/>
                  </a:cubicBezTo>
                  <a:cubicBezTo>
                    <a:pt x="40659" y="4319"/>
                    <a:pt x="40648" y="4324"/>
                    <a:pt x="40637" y="4324"/>
                  </a:cubicBezTo>
                  <a:lnTo>
                    <a:pt x="37411" y="4324"/>
                  </a:lnTo>
                  <a:cubicBezTo>
                    <a:pt x="37388" y="4324"/>
                    <a:pt x="37367" y="4303"/>
                    <a:pt x="37367" y="4280"/>
                  </a:cubicBezTo>
                  <a:lnTo>
                    <a:pt x="37367" y="2431"/>
                  </a:lnTo>
                  <a:cubicBezTo>
                    <a:pt x="37367" y="2408"/>
                    <a:pt x="37388" y="2387"/>
                    <a:pt x="37411" y="2387"/>
                  </a:cubicBezTo>
                  <a:lnTo>
                    <a:pt x="40531" y="2387"/>
                  </a:lnTo>
                  <a:cubicBezTo>
                    <a:pt x="40556" y="2387"/>
                    <a:pt x="40574" y="2407"/>
                    <a:pt x="40575" y="2430"/>
                  </a:cubicBezTo>
                  <a:close/>
                  <a:moveTo>
                    <a:pt x="36636" y="4324"/>
                  </a:moveTo>
                  <a:lnTo>
                    <a:pt x="33308" y="4324"/>
                  </a:lnTo>
                  <a:cubicBezTo>
                    <a:pt x="33285" y="4324"/>
                    <a:pt x="33264" y="4303"/>
                    <a:pt x="33264" y="4280"/>
                  </a:cubicBezTo>
                  <a:lnTo>
                    <a:pt x="33264" y="2431"/>
                  </a:lnTo>
                  <a:cubicBezTo>
                    <a:pt x="33264" y="2408"/>
                    <a:pt x="33285" y="2387"/>
                    <a:pt x="33308" y="2387"/>
                  </a:cubicBezTo>
                  <a:lnTo>
                    <a:pt x="36636" y="2387"/>
                  </a:lnTo>
                  <a:cubicBezTo>
                    <a:pt x="36660" y="2387"/>
                    <a:pt x="36680" y="2408"/>
                    <a:pt x="36680" y="2431"/>
                  </a:cubicBezTo>
                  <a:lnTo>
                    <a:pt x="36680" y="4280"/>
                  </a:lnTo>
                  <a:cubicBezTo>
                    <a:pt x="36680" y="4303"/>
                    <a:pt x="36660" y="4324"/>
                    <a:pt x="36636" y="4324"/>
                  </a:cubicBezTo>
                  <a:close/>
                  <a:moveTo>
                    <a:pt x="32530" y="4324"/>
                  </a:moveTo>
                  <a:lnTo>
                    <a:pt x="29202" y="4324"/>
                  </a:lnTo>
                  <a:cubicBezTo>
                    <a:pt x="29179" y="4324"/>
                    <a:pt x="29158" y="4303"/>
                    <a:pt x="29158" y="4280"/>
                  </a:cubicBezTo>
                  <a:lnTo>
                    <a:pt x="29158" y="2431"/>
                  </a:lnTo>
                  <a:cubicBezTo>
                    <a:pt x="29158" y="2408"/>
                    <a:pt x="29179" y="2387"/>
                    <a:pt x="29202" y="2387"/>
                  </a:cubicBezTo>
                  <a:lnTo>
                    <a:pt x="32530" y="2387"/>
                  </a:lnTo>
                  <a:cubicBezTo>
                    <a:pt x="32555" y="2387"/>
                    <a:pt x="32574" y="2408"/>
                    <a:pt x="32574" y="2431"/>
                  </a:cubicBezTo>
                  <a:lnTo>
                    <a:pt x="32574" y="4280"/>
                  </a:lnTo>
                  <a:cubicBezTo>
                    <a:pt x="32574" y="4303"/>
                    <a:pt x="32555" y="4324"/>
                    <a:pt x="32530" y="4324"/>
                  </a:cubicBezTo>
                  <a:close/>
                  <a:moveTo>
                    <a:pt x="28426" y="4324"/>
                  </a:moveTo>
                  <a:lnTo>
                    <a:pt x="25098" y="4324"/>
                  </a:lnTo>
                  <a:cubicBezTo>
                    <a:pt x="25073" y="4324"/>
                    <a:pt x="25054" y="4303"/>
                    <a:pt x="25054" y="4280"/>
                  </a:cubicBezTo>
                  <a:lnTo>
                    <a:pt x="25054" y="2431"/>
                  </a:lnTo>
                  <a:cubicBezTo>
                    <a:pt x="25054" y="2408"/>
                    <a:pt x="25073" y="2387"/>
                    <a:pt x="25098" y="2387"/>
                  </a:cubicBezTo>
                  <a:lnTo>
                    <a:pt x="28426" y="2387"/>
                  </a:lnTo>
                  <a:cubicBezTo>
                    <a:pt x="28449" y="2387"/>
                    <a:pt x="28470" y="2408"/>
                    <a:pt x="28470" y="2431"/>
                  </a:cubicBezTo>
                  <a:lnTo>
                    <a:pt x="28470" y="4280"/>
                  </a:lnTo>
                  <a:cubicBezTo>
                    <a:pt x="28468" y="4303"/>
                    <a:pt x="28449" y="4324"/>
                    <a:pt x="28426" y="4324"/>
                  </a:cubicBezTo>
                  <a:close/>
                  <a:moveTo>
                    <a:pt x="24320" y="4324"/>
                  </a:moveTo>
                  <a:lnTo>
                    <a:pt x="20992" y="4324"/>
                  </a:lnTo>
                  <a:cubicBezTo>
                    <a:pt x="20968" y="4324"/>
                    <a:pt x="20948" y="4303"/>
                    <a:pt x="20948" y="4280"/>
                  </a:cubicBezTo>
                  <a:lnTo>
                    <a:pt x="20948" y="2431"/>
                  </a:lnTo>
                  <a:cubicBezTo>
                    <a:pt x="20948" y="2408"/>
                    <a:pt x="20968" y="2387"/>
                    <a:pt x="20992" y="2387"/>
                  </a:cubicBezTo>
                  <a:lnTo>
                    <a:pt x="24320" y="2387"/>
                  </a:lnTo>
                  <a:cubicBezTo>
                    <a:pt x="24343" y="2387"/>
                    <a:pt x="24364" y="2408"/>
                    <a:pt x="24364" y="2431"/>
                  </a:cubicBezTo>
                  <a:lnTo>
                    <a:pt x="24364" y="4280"/>
                  </a:lnTo>
                  <a:cubicBezTo>
                    <a:pt x="24364" y="4303"/>
                    <a:pt x="24343" y="4324"/>
                    <a:pt x="24320" y="4324"/>
                  </a:cubicBezTo>
                  <a:close/>
                  <a:moveTo>
                    <a:pt x="20214" y="4324"/>
                  </a:moveTo>
                  <a:lnTo>
                    <a:pt x="16886" y="4324"/>
                  </a:lnTo>
                  <a:cubicBezTo>
                    <a:pt x="16862" y="4324"/>
                    <a:pt x="16842" y="4303"/>
                    <a:pt x="16842" y="4280"/>
                  </a:cubicBezTo>
                  <a:lnTo>
                    <a:pt x="16842" y="2431"/>
                  </a:lnTo>
                  <a:cubicBezTo>
                    <a:pt x="16842" y="2408"/>
                    <a:pt x="16862" y="2387"/>
                    <a:pt x="16886" y="2387"/>
                  </a:cubicBezTo>
                  <a:lnTo>
                    <a:pt x="20214" y="2387"/>
                  </a:lnTo>
                  <a:cubicBezTo>
                    <a:pt x="20239" y="2387"/>
                    <a:pt x="20258" y="2408"/>
                    <a:pt x="20258" y="2431"/>
                  </a:cubicBezTo>
                  <a:lnTo>
                    <a:pt x="20258" y="4280"/>
                  </a:lnTo>
                  <a:cubicBezTo>
                    <a:pt x="20258" y="4303"/>
                    <a:pt x="20239" y="4324"/>
                    <a:pt x="20214" y="4324"/>
                  </a:cubicBezTo>
                  <a:close/>
                  <a:moveTo>
                    <a:pt x="16109" y="4324"/>
                  </a:moveTo>
                  <a:lnTo>
                    <a:pt x="12782" y="4324"/>
                  </a:lnTo>
                  <a:cubicBezTo>
                    <a:pt x="12759" y="4324"/>
                    <a:pt x="12738" y="4303"/>
                    <a:pt x="12738" y="4280"/>
                  </a:cubicBezTo>
                  <a:lnTo>
                    <a:pt x="12738" y="2431"/>
                  </a:lnTo>
                  <a:cubicBezTo>
                    <a:pt x="12738" y="2408"/>
                    <a:pt x="12759" y="2387"/>
                    <a:pt x="12782" y="2387"/>
                  </a:cubicBezTo>
                  <a:lnTo>
                    <a:pt x="16109" y="2387"/>
                  </a:lnTo>
                  <a:cubicBezTo>
                    <a:pt x="16132" y="2387"/>
                    <a:pt x="16153" y="2408"/>
                    <a:pt x="16153" y="2431"/>
                  </a:cubicBezTo>
                  <a:lnTo>
                    <a:pt x="16153" y="4280"/>
                  </a:lnTo>
                  <a:cubicBezTo>
                    <a:pt x="16152" y="4303"/>
                    <a:pt x="16132" y="4324"/>
                    <a:pt x="16109" y="4324"/>
                  </a:cubicBezTo>
                  <a:close/>
                  <a:moveTo>
                    <a:pt x="12003" y="4324"/>
                  </a:moveTo>
                  <a:lnTo>
                    <a:pt x="8675" y="4324"/>
                  </a:lnTo>
                  <a:cubicBezTo>
                    <a:pt x="8651" y="4324"/>
                    <a:pt x="8631" y="4303"/>
                    <a:pt x="8631" y="4280"/>
                  </a:cubicBezTo>
                  <a:lnTo>
                    <a:pt x="8631" y="2431"/>
                  </a:lnTo>
                  <a:cubicBezTo>
                    <a:pt x="8631" y="2408"/>
                    <a:pt x="8651" y="2387"/>
                    <a:pt x="8675" y="2387"/>
                  </a:cubicBezTo>
                  <a:lnTo>
                    <a:pt x="12003" y="2387"/>
                  </a:lnTo>
                  <a:cubicBezTo>
                    <a:pt x="12026" y="2387"/>
                    <a:pt x="12047" y="2408"/>
                    <a:pt x="12047" y="2431"/>
                  </a:cubicBezTo>
                  <a:lnTo>
                    <a:pt x="12047" y="4280"/>
                  </a:lnTo>
                  <a:cubicBezTo>
                    <a:pt x="12047" y="4303"/>
                    <a:pt x="12026" y="4324"/>
                    <a:pt x="12003" y="4324"/>
                  </a:cubicBezTo>
                  <a:close/>
                  <a:moveTo>
                    <a:pt x="7897" y="4324"/>
                  </a:moveTo>
                  <a:lnTo>
                    <a:pt x="4569" y="4324"/>
                  </a:lnTo>
                  <a:cubicBezTo>
                    <a:pt x="4545" y="4324"/>
                    <a:pt x="4525" y="4303"/>
                    <a:pt x="4525" y="4280"/>
                  </a:cubicBezTo>
                  <a:lnTo>
                    <a:pt x="4525" y="2431"/>
                  </a:lnTo>
                  <a:cubicBezTo>
                    <a:pt x="4525" y="2408"/>
                    <a:pt x="4545" y="2387"/>
                    <a:pt x="4569" y="2387"/>
                  </a:cubicBezTo>
                  <a:lnTo>
                    <a:pt x="7897" y="2387"/>
                  </a:lnTo>
                  <a:cubicBezTo>
                    <a:pt x="7922" y="2387"/>
                    <a:pt x="7941" y="2408"/>
                    <a:pt x="7941" y="2431"/>
                  </a:cubicBezTo>
                  <a:lnTo>
                    <a:pt x="7941" y="4280"/>
                  </a:lnTo>
                  <a:cubicBezTo>
                    <a:pt x="7941" y="4303"/>
                    <a:pt x="7922" y="4324"/>
                    <a:pt x="7897" y="4324"/>
                  </a:cubicBezTo>
                  <a:close/>
                  <a:moveTo>
                    <a:pt x="3792" y="4324"/>
                  </a:moveTo>
                  <a:lnTo>
                    <a:pt x="569" y="4324"/>
                  </a:lnTo>
                  <a:cubicBezTo>
                    <a:pt x="555" y="4324"/>
                    <a:pt x="545" y="4318"/>
                    <a:pt x="536" y="4311"/>
                  </a:cubicBezTo>
                  <a:cubicBezTo>
                    <a:pt x="527" y="4302"/>
                    <a:pt x="525" y="4290"/>
                    <a:pt x="526" y="4278"/>
                  </a:cubicBezTo>
                  <a:lnTo>
                    <a:pt x="630" y="2430"/>
                  </a:lnTo>
                  <a:cubicBezTo>
                    <a:pt x="632" y="2407"/>
                    <a:pt x="651" y="2389"/>
                    <a:pt x="674" y="2389"/>
                  </a:cubicBezTo>
                  <a:lnTo>
                    <a:pt x="3794" y="2389"/>
                  </a:lnTo>
                  <a:cubicBezTo>
                    <a:pt x="3817" y="2389"/>
                    <a:pt x="3838" y="2409"/>
                    <a:pt x="3838" y="2433"/>
                  </a:cubicBezTo>
                  <a:lnTo>
                    <a:pt x="3838" y="4281"/>
                  </a:lnTo>
                  <a:cubicBezTo>
                    <a:pt x="3835" y="4303"/>
                    <a:pt x="3816" y="4324"/>
                    <a:pt x="3792" y="4324"/>
                  </a:cubicBezTo>
                  <a:close/>
                  <a:moveTo>
                    <a:pt x="40441" y="43"/>
                  </a:moveTo>
                  <a:lnTo>
                    <a:pt x="40530" y="1582"/>
                  </a:lnTo>
                  <a:cubicBezTo>
                    <a:pt x="40530" y="1595"/>
                    <a:pt x="40527" y="1606"/>
                    <a:pt x="40516" y="1615"/>
                  </a:cubicBezTo>
                  <a:cubicBezTo>
                    <a:pt x="40507" y="1624"/>
                    <a:pt x="40497" y="1630"/>
                    <a:pt x="40485" y="1630"/>
                  </a:cubicBezTo>
                  <a:lnTo>
                    <a:pt x="38305" y="1630"/>
                  </a:lnTo>
                  <a:cubicBezTo>
                    <a:pt x="38282" y="1630"/>
                    <a:pt x="38261" y="1609"/>
                    <a:pt x="38261" y="1586"/>
                  </a:cubicBezTo>
                  <a:lnTo>
                    <a:pt x="38261" y="46"/>
                  </a:lnTo>
                  <a:cubicBezTo>
                    <a:pt x="38261" y="22"/>
                    <a:pt x="38282" y="2"/>
                    <a:pt x="38305" y="2"/>
                  </a:cubicBezTo>
                  <a:lnTo>
                    <a:pt x="40397" y="2"/>
                  </a:lnTo>
                  <a:cubicBezTo>
                    <a:pt x="40421" y="2"/>
                    <a:pt x="40440" y="21"/>
                    <a:pt x="40441" y="43"/>
                  </a:cubicBezTo>
                  <a:close/>
                  <a:moveTo>
                    <a:pt x="37527" y="1628"/>
                  </a:moveTo>
                  <a:lnTo>
                    <a:pt x="34842" y="1628"/>
                  </a:lnTo>
                  <a:cubicBezTo>
                    <a:pt x="34819" y="1628"/>
                    <a:pt x="34798" y="1608"/>
                    <a:pt x="34798" y="1584"/>
                  </a:cubicBezTo>
                  <a:lnTo>
                    <a:pt x="34798" y="44"/>
                  </a:lnTo>
                  <a:cubicBezTo>
                    <a:pt x="34798" y="21"/>
                    <a:pt x="34819" y="0"/>
                    <a:pt x="34842" y="0"/>
                  </a:cubicBezTo>
                  <a:lnTo>
                    <a:pt x="37527" y="0"/>
                  </a:lnTo>
                  <a:cubicBezTo>
                    <a:pt x="37551" y="0"/>
                    <a:pt x="37571" y="21"/>
                    <a:pt x="37571" y="44"/>
                  </a:cubicBezTo>
                  <a:lnTo>
                    <a:pt x="37571" y="1584"/>
                  </a:lnTo>
                  <a:cubicBezTo>
                    <a:pt x="37571" y="1609"/>
                    <a:pt x="37551" y="1628"/>
                    <a:pt x="37527" y="1628"/>
                  </a:cubicBezTo>
                  <a:close/>
                  <a:moveTo>
                    <a:pt x="34064" y="1628"/>
                  </a:moveTo>
                  <a:lnTo>
                    <a:pt x="31381" y="1628"/>
                  </a:lnTo>
                  <a:cubicBezTo>
                    <a:pt x="31356" y="1628"/>
                    <a:pt x="31337" y="1608"/>
                    <a:pt x="31337" y="1584"/>
                  </a:cubicBezTo>
                  <a:lnTo>
                    <a:pt x="31337" y="44"/>
                  </a:lnTo>
                  <a:cubicBezTo>
                    <a:pt x="31337" y="21"/>
                    <a:pt x="31356" y="0"/>
                    <a:pt x="31381" y="0"/>
                  </a:cubicBezTo>
                  <a:lnTo>
                    <a:pt x="34064" y="0"/>
                  </a:lnTo>
                  <a:cubicBezTo>
                    <a:pt x="34089" y="0"/>
                    <a:pt x="34108" y="21"/>
                    <a:pt x="34108" y="44"/>
                  </a:cubicBezTo>
                  <a:lnTo>
                    <a:pt x="34108" y="1584"/>
                  </a:lnTo>
                  <a:cubicBezTo>
                    <a:pt x="34108" y="1609"/>
                    <a:pt x="34089" y="1628"/>
                    <a:pt x="34064" y="1628"/>
                  </a:cubicBezTo>
                  <a:close/>
                  <a:moveTo>
                    <a:pt x="30603" y="1628"/>
                  </a:moveTo>
                  <a:lnTo>
                    <a:pt x="27918" y="1628"/>
                  </a:lnTo>
                  <a:cubicBezTo>
                    <a:pt x="27894" y="1628"/>
                    <a:pt x="27874" y="1608"/>
                    <a:pt x="27874" y="1584"/>
                  </a:cubicBezTo>
                  <a:lnTo>
                    <a:pt x="27874" y="44"/>
                  </a:lnTo>
                  <a:cubicBezTo>
                    <a:pt x="27874" y="21"/>
                    <a:pt x="27894" y="0"/>
                    <a:pt x="27918" y="0"/>
                  </a:cubicBezTo>
                  <a:lnTo>
                    <a:pt x="30603" y="0"/>
                  </a:lnTo>
                  <a:cubicBezTo>
                    <a:pt x="30626" y="0"/>
                    <a:pt x="30647" y="21"/>
                    <a:pt x="30647" y="44"/>
                  </a:cubicBezTo>
                  <a:lnTo>
                    <a:pt x="30647" y="1584"/>
                  </a:lnTo>
                  <a:cubicBezTo>
                    <a:pt x="30647" y="1609"/>
                    <a:pt x="30626" y="1628"/>
                    <a:pt x="30603" y="1628"/>
                  </a:cubicBezTo>
                  <a:close/>
                  <a:moveTo>
                    <a:pt x="27140" y="1628"/>
                  </a:moveTo>
                  <a:lnTo>
                    <a:pt x="24455" y="1628"/>
                  </a:lnTo>
                  <a:cubicBezTo>
                    <a:pt x="24431" y="1628"/>
                    <a:pt x="24411" y="1608"/>
                    <a:pt x="24411" y="1584"/>
                  </a:cubicBezTo>
                  <a:lnTo>
                    <a:pt x="24411" y="44"/>
                  </a:lnTo>
                  <a:cubicBezTo>
                    <a:pt x="24411" y="21"/>
                    <a:pt x="24431" y="0"/>
                    <a:pt x="24455" y="0"/>
                  </a:cubicBezTo>
                  <a:lnTo>
                    <a:pt x="27140" y="0"/>
                  </a:lnTo>
                  <a:cubicBezTo>
                    <a:pt x="27163" y="0"/>
                    <a:pt x="27184" y="21"/>
                    <a:pt x="27184" y="44"/>
                  </a:cubicBezTo>
                  <a:lnTo>
                    <a:pt x="27184" y="1584"/>
                  </a:lnTo>
                  <a:cubicBezTo>
                    <a:pt x="27184" y="1609"/>
                    <a:pt x="27163" y="1628"/>
                    <a:pt x="27140" y="1628"/>
                  </a:cubicBezTo>
                  <a:close/>
                  <a:moveTo>
                    <a:pt x="23677" y="1628"/>
                  </a:moveTo>
                  <a:lnTo>
                    <a:pt x="20992" y="1628"/>
                  </a:lnTo>
                  <a:cubicBezTo>
                    <a:pt x="20968" y="1628"/>
                    <a:pt x="20948" y="1608"/>
                    <a:pt x="20948" y="1584"/>
                  </a:cubicBezTo>
                  <a:lnTo>
                    <a:pt x="20948" y="44"/>
                  </a:lnTo>
                  <a:cubicBezTo>
                    <a:pt x="20948" y="21"/>
                    <a:pt x="20968" y="0"/>
                    <a:pt x="20992" y="0"/>
                  </a:cubicBezTo>
                  <a:lnTo>
                    <a:pt x="23677" y="0"/>
                  </a:lnTo>
                  <a:cubicBezTo>
                    <a:pt x="23700" y="0"/>
                    <a:pt x="23721" y="21"/>
                    <a:pt x="23721" y="44"/>
                  </a:cubicBezTo>
                  <a:lnTo>
                    <a:pt x="23721" y="1584"/>
                  </a:lnTo>
                  <a:cubicBezTo>
                    <a:pt x="23721" y="1609"/>
                    <a:pt x="23700" y="1628"/>
                    <a:pt x="23677" y="1628"/>
                  </a:cubicBezTo>
                  <a:close/>
                  <a:moveTo>
                    <a:pt x="20214" y="1628"/>
                  </a:moveTo>
                  <a:lnTo>
                    <a:pt x="17530" y="1628"/>
                  </a:lnTo>
                  <a:cubicBezTo>
                    <a:pt x="17505" y="1628"/>
                    <a:pt x="17486" y="1608"/>
                    <a:pt x="17486" y="1584"/>
                  </a:cubicBezTo>
                  <a:lnTo>
                    <a:pt x="17486" y="44"/>
                  </a:lnTo>
                  <a:cubicBezTo>
                    <a:pt x="17486" y="21"/>
                    <a:pt x="17505" y="0"/>
                    <a:pt x="17530" y="0"/>
                  </a:cubicBezTo>
                  <a:lnTo>
                    <a:pt x="20214" y="0"/>
                  </a:lnTo>
                  <a:cubicBezTo>
                    <a:pt x="20239" y="0"/>
                    <a:pt x="20258" y="21"/>
                    <a:pt x="20258" y="44"/>
                  </a:cubicBezTo>
                  <a:lnTo>
                    <a:pt x="20258" y="1584"/>
                  </a:lnTo>
                  <a:cubicBezTo>
                    <a:pt x="20258" y="1609"/>
                    <a:pt x="20239" y="1628"/>
                    <a:pt x="20214" y="1628"/>
                  </a:cubicBezTo>
                  <a:close/>
                  <a:moveTo>
                    <a:pt x="16752" y="1628"/>
                  </a:moveTo>
                  <a:lnTo>
                    <a:pt x="14067" y="1628"/>
                  </a:lnTo>
                  <a:cubicBezTo>
                    <a:pt x="14043" y="1628"/>
                    <a:pt x="14023" y="1608"/>
                    <a:pt x="14023" y="1584"/>
                  </a:cubicBezTo>
                  <a:lnTo>
                    <a:pt x="14023" y="44"/>
                  </a:lnTo>
                  <a:cubicBezTo>
                    <a:pt x="14023" y="21"/>
                    <a:pt x="14043" y="0"/>
                    <a:pt x="14067" y="0"/>
                  </a:cubicBezTo>
                  <a:lnTo>
                    <a:pt x="16752" y="0"/>
                  </a:lnTo>
                  <a:cubicBezTo>
                    <a:pt x="16775" y="0"/>
                    <a:pt x="16796" y="21"/>
                    <a:pt x="16796" y="44"/>
                  </a:cubicBezTo>
                  <a:lnTo>
                    <a:pt x="16796" y="1584"/>
                  </a:lnTo>
                  <a:cubicBezTo>
                    <a:pt x="16796" y="1609"/>
                    <a:pt x="16775" y="1628"/>
                    <a:pt x="16752" y="1628"/>
                  </a:cubicBezTo>
                  <a:close/>
                  <a:moveTo>
                    <a:pt x="13289" y="1628"/>
                  </a:moveTo>
                  <a:lnTo>
                    <a:pt x="10604" y="1628"/>
                  </a:lnTo>
                  <a:cubicBezTo>
                    <a:pt x="10580" y="1628"/>
                    <a:pt x="10560" y="1608"/>
                    <a:pt x="10560" y="1584"/>
                  </a:cubicBezTo>
                  <a:lnTo>
                    <a:pt x="10560" y="44"/>
                  </a:lnTo>
                  <a:cubicBezTo>
                    <a:pt x="10560" y="21"/>
                    <a:pt x="10580" y="0"/>
                    <a:pt x="10604" y="0"/>
                  </a:cubicBezTo>
                  <a:lnTo>
                    <a:pt x="13289" y="0"/>
                  </a:lnTo>
                  <a:cubicBezTo>
                    <a:pt x="13312" y="0"/>
                    <a:pt x="13333" y="21"/>
                    <a:pt x="13333" y="44"/>
                  </a:cubicBezTo>
                  <a:lnTo>
                    <a:pt x="13333" y="1584"/>
                  </a:lnTo>
                  <a:cubicBezTo>
                    <a:pt x="13333" y="1609"/>
                    <a:pt x="13312" y="1628"/>
                    <a:pt x="13289" y="1628"/>
                  </a:cubicBezTo>
                  <a:close/>
                  <a:moveTo>
                    <a:pt x="9826" y="1628"/>
                  </a:moveTo>
                  <a:lnTo>
                    <a:pt x="7141" y="1628"/>
                  </a:lnTo>
                  <a:cubicBezTo>
                    <a:pt x="7117" y="1628"/>
                    <a:pt x="7097" y="1608"/>
                    <a:pt x="7097" y="1584"/>
                  </a:cubicBezTo>
                  <a:lnTo>
                    <a:pt x="7097" y="44"/>
                  </a:lnTo>
                  <a:cubicBezTo>
                    <a:pt x="7097" y="21"/>
                    <a:pt x="7117" y="0"/>
                    <a:pt x="7141" y="0"/>
                  </a:cubicBezTo>
                  <a:lnTo>
                    <a:pt x="9826" y="0"/>
                  </a:lnTo>
                  <a:cubicBezTo>
                    <a:pt x="9849" y="0"/>
                    <a:pt x="9870" y="21"/>
                    <a:pt x="9870" y="44"/>
                  </a:cubicBezTo>
                  <a:lnTo>
                    <a:pt x="9870" y="1584"/>
                  </a:lnTo>
                  <a:cubicBezTo>
                    <a:pt x="9870" y="1609"/>
                    <a:pt x="9849" y="1628"/>
                    <a:pt x="9826" y="1628"/>
                  </a:cubicBezTo>
                  <a:close/>
                  <a:moveTo>
                    <a:pt x="6363" y="1628"/>
                  </a:moveTo>
                  <a:lnTo>
                    <a:pt x="3679" y="1628"/>
                  </a:lnTo>
                  <a:cubicBezTo>
                    <a:pt x="3654" y="1628"/>
                    <a:pt x="3635" y="1608"/>
                    <a:pt x="3635" y="1584"/>
                  </a:cubicBezTo>
                  <a:lnTo>
                    <a:pt x="3635" y="44"/>
                  </a:lnTo>
                  <a:cubicBezTo>
                    <a:pt x="3635" y="21"/>
                    <a:pt x="3654" y="0"/>
                    <a:pt x="3679" y="0"/>
                  </a:cubicBezTo>
                  <a:lnTo>
                    <a:pt x="6363" y="0"/>
                  </a:lnTo>
                  <a:cubicBezTo>
                    <a:pt x="6388" y="0"/>
                    <a:pt x="6407" y="21"/>
                    <a:pt x="6407" y="44"/>
                  </a:cubicBezTo>
                  <a:lnTo>
                    <a:pt x="6407" y="1584"/>
                  </a:lnTo>
                  <a:cubicBezTo>
                    <a:pt x="6407" y="1609"/>
                    <a:pt x="6388" y="1628"/>
                    <a:pt x="6363" y="1628"/>
                  </a:cubicBezTo>
                  <a:close/>
                  <a:moveTo>
                    <a:pt x="2901" y="1628"/>
                  </a:moveTo>
                  <a:lnTo>
                    <a:pt x="721" y="1628"/>
                  </a:lnTo>
                  <a:cubicBezTo>
                    <a:pt x="708" y="1628"/>
                    <a:pt x="696" y="1623"/>
                    <a:pt x="689" y="1614"/>
                  </a:cubicBezTo>
                  <a:cubicBezTo>
                    <a:pt x="680" y="1604"/>
                    <a:pt x="676" y="1593"/>
                    <a:pt x="679" y="1580"/>
                  </a:cubicBezTo>
                  <a:lnTo>
                    <a:pt x="767" y="40"/>
                  </a:lnTo>
                  <a:cubicBezTo>
                    <a:pt x="768" y="17"/>
                    <a:pt x="786" y="0"/>
                    <a:pt x="811" y="0"/>
                  </a:cubicBezTo>
                  <a:lnTo>
                    <a:pt x="2903" y="0"/>
                  </a:lnTo>
                  <a:cubicBezTo>
                    <a:pt x="2926" y="0"/>
                    <a:pt x="2947" y="21"/>
                    <a:pt x="2947" y="44"/>
                  </a:cubicBezTo>
                  <a:lnTo>
                    <a:pt x="2947" y="1584"/>
                  </a:lnTo>
                  <a:cubicBezTo>
                    <a:pt x="2944" y="1609"/>
                    <a:pt x="2925" y="1628"/>
                    <a:pt x="2901" y="16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4"/>
            <p:cNvSpPr/>
            <p:nvPr/>
          </p:nvSpPr>
          <p:spPr>
            <a:xfrm>
              <a:off x="6702013" y="4294213"/>
              <a:ext cx="570112" cy="381123"/>
            </a:xfrm>
            <a:custGeom>
              <a:avLst/>
              <a:gdLst/>
              <a:ahLst/>
              <a:cxnLst/>
              <a:rect l="l" t="t" r="r" b="b"/>
              <a:pathLst>
                <a:path w="12510" h="8363" extrusionOk="0">
                  <a:moveTo>
                    <a:pt x="1308" y="1"/>
                  </a:moveTo>
                  <a:lnTo>
                    <a:pt x="11201" y="1"/>
                  </a:lnTo>
                  <a:cubicBezTo>
                    <a:pt x="11921" y="1"/>
                    <a:pt x="12509" y="589"/>
                    <a:pt x="12509" y="1309"/>
                  </a:cubicBezTo>
                  <a:lnTo>
                    <a:pt x="12509" y="7055"/>
                  </a:lnTo>
                  <a:cubicBezTo>
                    <a:pt x="12509" y="7774"/>
                    <a:pt x="11921" y="8363"/>
                    <a:pt x="11201" y="8363"/>
                  </a:cubicBezTo>
                  <a:lnTo>
                    <a:pt x="1308" y="8363"/>
                  </a:lnTo>
                  <a:cubicBezTo>
                    <a:pt x="589" y="8363"/>
                    <a:pt x="0" y="7774"/>
                    <a:pt x="0" y="7055"/>
                  </a:cubicBezTo>
                  <a:lnTo>
                    <a:pt x="0" y="1309"/>
                  </a:lnTo>
                  <a:cubicBezTo>
                    <a:pt x="0" y="589"/>
                    <a:pt x="589" y="1"/>
                    <a:pt x="13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4"/>
            <p:cNvSpPr/>
            <p:nvPr/>
          </p:nvSpPr>
          <p:spPr>
            <a:xfrm>
              <a:off x="5900835" y="2141233"/>
              <a:ext cx="2172396" cy="1318686"/>
            </a:xfrm>
            <a:custGeom>
              <a:avLst/>
              <a:gdLst/>
              <a:ahLst/>
              <a:cxnLst/>
              <a:rect l="l" t="t" r="r" b="b"/>
              <a:pathLst>
                <a:path w="47669" h="28936" extrusionOk="0">
                  <a:moveTo>
                    <a:pt x="1767" y="28935"/>
                  </a:moveTo>
                  <a:lnTo>
                    <a:pt x="45904" y="28935"/>
                  </a:lnTo>
                  <a:lnTo>
                    <a:pt x="47615" y="1588"/>
                  </a:lnTo>
                  <a:cubicBezTo>
                    <a:pt x="47669" y="716"/>
                    <a:pt x="46828" y="1"/>
                    <a:pt x="45863" y="1"/>
                  </a:cubicBezTo>
                  <a:lnTo>
                    <a:pt x="1807" y="1"/>
                  </a:lnTo>
                  <a:cubicBezTo>
                    <a:pt x="843" y="1"/>
                    <a:pt x="1" y="716"/>
                    <a:pt x="57" y="15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4"/>
            <p:cNvSpPr/>
            <p:nvPr/>
          </p:nvSpPr>
          <p:spPr>
            <a:xfrm>
              <a:off x="6001187" y="2232380"/>
              <a:ext cx="1971694" cy="1136259"/>
            </a:xfrm>
            <a:custGeom>
              <a:avLst/>
              <a:gdLst/>
              <a:ahLst/>
              <a:cxnLst/>
              <a:rect l="l" t="t" r="r" b="b"/>
              <a:pathLst>
                <a:path w="43265" h="24933" extrusionOk="0">
                  <a:moveTo>
                    <a:pt x="1561" y="24933"/>
                  </a:moveTo>
                  <a:lnTo>
                    <a:pt x="41707" y="24933"/>
                  </a:lnTo>
                  <a:lnTo>
                    <a:pt x="4326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4"/>
            <p:cNvSpPr/>
            <p:nvPr/>
          </p:nvSpPr>
          <p:spPr>
            <a:xfrm>
              <a:off x="6265330" y="1704366"/>
              <a:ext cx="1813877" cy="1664262"/>
            </a:xfrm>
            <a:custGeom>
              <a:avLst/>
              <a:gdLst/>
              <a:ahLst/>
              <a:cxnLst/>
              <a:rect l="l" t="t" r="r" b="b"/>
              <a:pathLst>
                <a:path w="39802" h="36519" extrusionOk="0">
                  <a:moveTo>
                    <a:pt x="8128" y="0"/>
                  </a:moveTo>
                  <a:lnTo>
                    <a:pt x="39802" y="0"/>
                  </a:lnTo>
                  <a:cubicBezTo>
                    <a:pt x="33146" y="758"/>
                    <a:pt x="31741" y="31520"/>
                    <a:pt x="31675" y="36519"/>
                  </a:cubicBezTo>
                  <a:lnTo>
                    <a:pt x="1" y="36519"/>
                  </a:lnTo>
                  <a:cubicBezTo>
                    <a:pt x="213" y="31899"/>
                    <a:pt x="1568" y="0"/>
                    <a:pt x="8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4"/>
            <p:cNvSpPr/>
            <p:nvPr/>
          </p:nvSpPr>
          <p:spPr>
            <a:xfrm>
              <a:off x="6861429" y="1780975"/>
              <a:ext cx="668913" cy="19915"/>
            </a:xfrm>
            <a:custGeom>
              <a:avLst/>
              <a:gdLst/>
              <a:ahLst/>
              <a:cxnLst/>
              <a:rect l="l" t="t" r="r" b="b"/>
              <a:pathLst>
                <a:path w="14678" h="437" extrusionOk="0">
                  <a:moveTo>
                    <a:pt x="218" y="436"/>
                  </a:moveTo>
                  <a:cubicBezTo>
                    <a:pt x="98" y="436"/>
                    <a:pt x="1" y="339"/>
                    <a:pt x="1" y="219"/>
                  </a:cubicBezTo>
                  <a:cubicBezTo>
                    <a:pt x="1" y="97"/>
                    <a:pt x="98" y="0"/>
                    <a:pt x="218" y="0"/>
                  </a:cubicBezTo>
                  <a:lnTo>
                    <a:pt x="14461" y="0"/>
                  </a:lnTo>
                  <a:cubicBezTo>
                    <a:pt x="14581" y="0"/>
                    <a:pt x="14678" y="97"/>
                    <a:pt x="14678" y="219"/>
                  </a:cubicBezTo>
                  <a:cubicBezTo>
                    <a:pt x="14678" y="339"/>
                    <a:pt x="14581" y="436"/>
                    <a:pt x="14461" y="4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6569532" y="1858313"/>
              <a:ext cx="1264682" cy="19961"/>
            </a:xfrm>
            <a:custGeom>
              <a:avLst/>
              <a:gdLst/>
              <a:ahLst/>
              <a:cxnLst/>
              <a:rect l="l" t="t" r="r" b="b"/>
              <a:pathLst>
                <a:path w="27751" h="438" extrusionOk="0">
                  <a:moveTo>
                    <a:pt x="1" y="0"/>
                  </a:moveTo>
                  <a:lnTo>
                    <a:pt x="11950" y="0"/>
                  </a:lnTo>
                  <a:lnTo>
                    <a:pt x="11950" y="438"/>
                  </a:lnTo>
                  <a:lnTo>
                    <a:pt x="1" y="438"/>
                  </a:lnTo>
                  <a:close/>
                  <a:moveTo>
                    <a:pt x="14211" y="0"/>
                  </a:moveTo>
                  <a:lnTo>
                    <a:pt x="27751" y="0"/>
                  </a:lnTo>
                  <a:lnTo>
                    <a:pt x="27751" y="438"/>
                  </a:lnTo>
                  <a:lnTo>
                    <a:pt x="14211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4"/>
            <p:cNvSpPr/>
            <p:nvPr/>
          </p:nvSpPr>
          <p:spPr>
            <a:xfrm>
              <a:off x="6535489" y="1942533"/>
              <a:ext cx="1267964" cy="19915"/>
            </a:xfrm>
            <a:custGeom>
              <a:avLst/>
              <a:gdLst/>
              <a:ahLst/>
              <a:cxnLst/>
              <a:rect l="l" t="t" r="r" b="b"/>
              <a:pathLst>
                <a:path w="27823" h="437" extrusionOk="0">
                  <a:moveTo>
                    <a:pt x="0" y="1"/>
                  </a:moveTo>
                  <a:lnTo>
                    <a:pt x="12071" y="1"/>
                  </a:lnTo>
                  <a:lnTo>
                    <a:pt x="12071" y="437"/>
                  </a:lnTo>
                  <a:lnTo>
                    <a:pt x="0" y="437"/>
                  </a:lnTo>
                  <a:close/>
                  <a:moveTo>
                    <a:pt x="14283" y="1"/>
                  </a:moveTo>
                  <a:lnTo>
                    <a:pt x="27822" y="1"/>
                  </a:lnTo>
                  <a:lnTo>
                    <a:pt x="27822" y="437"/>
                  </a:lnTo>
                  <a:lnTo>
                    <a:pt x="14283" y="4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4"/>
            <p:cNvSpPr/>
            <p:nvPr/>
          </p:nvSpPr>
          <p:spPr>
            <a:xfrm>
              <a:off x="6509740" y="2026753"/>
              <a:ext cx="1268328" cy="19915"/>
            </a:xfrm>
            <a:custGeom>
              <a:avLst/>
              <a:gdLst/>
              <a:ahLst/>
              <a:cxnLst/>
              <a:rect l="l" t="t" r="r" b="b"/>
              <a:pathLst>
                <a:path w="27831" h="437" extrusionOk="0">
                  <a:moveTo>
                    <a:pt x="0" y="1"/>
                  </a:moveTo>
                  <a:lnTo>
                    <a:pt x="12119" y="1"/>
                  </a:lnTo>
                  <a:lnTo>
                    <a:pt x="12119" y="437"/>
                  </a:lnTo>
                  <a:lnTo>
                    <a:pt x="0" y="437"/>
                  </a:lnTo>
                  <a:close/>
                  <a:moveTo>
                    <a:pt x="14316" y="1"/>
                  </a:moveTo>
                  <a:lnTo>
                    <a:pt x="27831" y="1"/>
                  </a:lnTo>
                  <a:lnTo>
                    <a:pt x="27831" y="437"/>
                  </a:lnTo>
                  <a:lnTo>
                    <a:pt x="14316" y="4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4"/>
            <p:cNvSpPr/>
            <p:nvPr/>
          </p:nvSpPr>
          <p:spPr>
            <a:xfrm>
              <a:off x="6488275" y="2110927"/>
              <a:ext cx="1268328" cy="20006"/>
            </a:xfrm>
            <a:custGeom>
              <a:avLst/>
              <a:gdLst/>
              <a:ahLst/>
              <a:cxnLst/>
              <a:rect l="l" t="t" r="r" b="b"/>
              <a:pathLst>
                <a:path w="27831" h="439" extrusionOk="0">
                  <a:moveTo>
                    <a:pt x="0" y="1"/>
                  </a:moveTo>
                  <a:lnTo>
                    <a:pt x="12154" y="1"/>
                  </a:lnTo>
                  <a:lnTo>
                    <a:pt x="12154" y="438"/>
                  </a:lnTo>
                  <a:lnTo>
                    <a:pt x="0" y="438"/>
                  </a:lnTo>
                  <a:close/>
                  <a:moveTo>
                    <a:pt x="14340" y="1"/>
                  </a:moveTo>
                  <a:lnTo>
                    <a:pt x="27831" y="1"/>
                  </a:lnTo>
                  <a:lnTo>
                    <a:pt x="27831" y="438"/>
                  </a:lnTo>
                  <a:lnTo>
                    <a:pt x="14340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4"/>
            <p:cNvSpPr/>
            <p:nvPr/>
          </p:nvSpPr>
          <p:spPr>
            <a:xfrm>
              <a:off x="6469909" y="2195101"/>
              <a:ext cx="1268192" cy="19915"/>
            </a:xfrm>
            <a:custGeom>
              <a:avLst/>
              <a:gdLst/>
              <a:ahLst/>
              <a:cxnLst/>
              <a:rect l="l" t="t" r="r" b="b"/>
              <a:pathLst>
                <a:path w="27828" h="437" extrusionOk="0">
                  <a:moveTo>
                    <a:pt x="1" y="0"/>
                  </a:moveTo>
                  <a:lnTo>
                    <a:pt x="12171" y="0"/>
                  </a:lnTo>
                  <a:lnTo>
                    <a:pt x="12171" y="436"/>
                  </a:lnTo>
                  <a:lnTo>
                    <a:pt x="1" y="436"/>
                  </a:lnTo>
                  <a:close/>
                  <a:moveTo>
                    <a:pt x="14355" y="0"/>
                  </a:moveTo>
                  <a:lnTo>
                    <a:pt x="27827" y="0"/>
                  </a:lnTo>
                  <a:lnTo>
                    <a:pt x="27827" y="436"/>
                  </a:lnTo>
                  <a:lnTo>
                    <a:pt x="14355" y="43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4"/>
            <p:cNvSpPr/>
            <p:nvPr/>
          </p:nvSpPr>
          <p:spPr>
            <a:xfrm>
              <a:off x="6454186" y="2279321"/>
              <a:ext cx="1267827" cy="19915"/>
            </a:xfrm>
            <a:custGeom>
              <a:avLst/>
              <a:gdLst/>
              <a:ahLst/>
              <a:cxnLst/>
              <a:rect l="l" t="t" r="r" b="b"/>
              <a:pathLst>
                <a:path w="27820" h="437" extrusionOk="0">
                  <a:moveTo>
                    <a:pt x="1" y="1"/>
                  </a:moveTo>
                  <a:lnTo>
                    <a:pt x="12175" y="1"/>
                  </a:lnTo>
                  <a:lnTo>
                    <a:pt x="12175" y="437"/>
                  </a:lnTo>
                  <a:lnTo>
                    <a:pt x="1" y="437"/>
                  </a:lnTo>
                  <a:close/>
                  <a:moveTo>
                    <a:pt x="14355" y="1"/>
                  </a:moveTo>
                  <a:lnTo>
                    <a:pt x="27820" y="1"/>
                  </a:lnTo>
                  <a:lnTo>
                    <a:pt x="27820" y="437"/>
                  </a:lnTo>
                  <a:lnTo>
                    <a:pt x="14355" y="4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4"/>
            <p:cNvSpPr/>
            <p:nvPr/>
          </p:nvSpPr>
          <p:spPr>
            <a:xfrm>
              <a:off x="6440468" y="2363495"/>
              <a:ext cx="1267645" cy="19961"/>
            </a:xfrm>
            <a:custGeom>
              <a:avLst/>
              <a:gdLst/>
              <a:ahLst/>
              <a:cxnLst/>
              <a:rect l="l" t="t" r="r" b="b"/>
              <a:pathLst>
                <a:path w="27816" h="438" extrusionOk="0">
                  <a:moveTo>
                    <a:pt x="1" y="0"/>
                  </a:moveTo>
                  <a:lnTo>
                    <a:pt x="12169" y="0"/>
                  </a:lnTo>
                  <a:lnTo>
                    <a:pt x="12169" y="438"/>
                  </a:lnTo>
                  <a:lnTo>
                    <a:pt x="1" y="438"/>
                  </a:lnTo>
                  <a:close/>
                  <a:moveTo>
                    <a:pt x="14349" y="0"/>
                  </a:moveTo>
                  <a:lnTo>
                    <a:pt x="27815" y="0"/>
                  </a:lnTo>
                  <a:lnTo>
                    <a:pt x="27815" y="438"/>
                  </a:lnTo>
                  <a:lnTo>
                    <a:pt x="14349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4"/>
            <p:cNvSpPr/>
            <p:nvPr/>
          </p:nvSpPr>
          <p:spPr>
            <a:xfrm>
              <a:off x="6428437" y="2447714"/>
              <a:ext cx="1267143" cy="20006"/>
            </a:xfrm>
            <a:custGeom>
              <a:avLst/>
              <a:gdLst/>
              <a:ahLst/>
              <a:cxnLst/>
              <a:rect l="l" t="t" r="r" b="b"/>
              <a:pathLst>
                <a:path w="27805" h="439" extrusionOk="0">
                  <a:moveTo>
                    <a:pt x="1" y="1"/>
                  </a:moveTo>
                  <a:lnTo>
                    <a:pt x="12156" y="1"/>
                  </a:lnTo>
                  <a:lnTo>
                    <a:pt x="12156" y="438"/>
                  </a:lnTo>
                  <a:lnTo>
                    <a:pt x="1" y="438"/>
                  </a:lnTo>
                  <a:close/>
                  <a:moveTo>
                    <a:pt x="14334" y="1"/>
                  </a:moveTo>
                  <a:lnTo>
                    <a:pt x="27805" y="1"/>
                  </a:lnTo>
                  <a:lnTo>
                    <a:pt x="27805" y="438"/>
                  </a:lnTo>
                  <a:lnTo>
                    <a:pt x="14334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4"/>
            <p:cNvSpPr/>
            <p:nvPr/>
          </p:nvSpPr>
          <p:spPr>
            <a:xfrm>
              <a:off x="6417545" y="2531934"/>
              <a:ext cx="1266824" cy="19915"/>
            </a:xfrm>
            <a:custGeom>
              <a:avLst/>
              <a:gdLst/>
              <a:ahLst/>
              <a:cxnLst/>
              <a:rect l="l" t="t" r="r" b="b"/>
              <a:pathLst>
                <a:path w="27798" h="437" extrusionOk="0">
                  <a:moveTo>
                    <a:pt x="0" y="1"/>
                  </a:moveTo>
                  <a:lnTo>
                    <a:pt x="12144" y="1"/>
                  </a:lnTo>
                  <a:lnTo>
                    <a:pt x="12144" y="437"/>
                  </a:lnTo>
                  <a:lnTo>
                    <a:pt x="0" y="437"/>
                  </a:lnTo>
                  <a:close/>
                  <a:moveTo>
                    <a:pt x="14321" y="1"/>
                  </a:moveTo>
                  <a:lnTo>
                    <a:pt x="27797" y="1"/>
                  </a:lnTo>
                  <a:lnTo>
                    <a:pt x="27797" y="437"/>
                  </a:lnTo>
                  <a:lnTo>
                    <a:pt x="14321" y="4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4"/>
            <p:cNvSpPr/>
            <p:nvPr/>
          </p:nvSpPr>
          <p:spPr>
            <a:xfrm>
              <a:off x="6407519" y="2616063"/>
              <a:ext cx="1266596" cy="19961"/>
            </a:xfrm>
            <a:custGeom>
              <a:avLst/>
              <a:gdLst/>
              <a:ahLst/>
              <a:cxnLst/>
              <a:rect l="l" t="t" r="r" b="b"/>
              <a:pathLst>
                <a:path w="27793" h="438" extrusionOk="0">
                  <a:moveTo>
                    <a:pt x="0" y="0"/>
                  </a:moveTo>
                  <a:lnTo>
                    <a:pt x="12133" y="0"/>
                  </a:lnTo>
                  <a:lnTo>
                    <a:pt x="12133" y="438"/>
                  </a:lnTo>
                  <a:lnTo>
                    <a:pt x="0" y="438"/>
                  </a:lnTo>
                  <a:close/>
                  <a:moveTo>
                    <a:pt x="14310" y="0"/>
                  </a:moveTo>
                  <a:lnTo>
                    <a:pt x="27793" y="0"/>
                  </a:lnTo>
                  <a:lnTo>
                    <a:pt x="27793" y="438"/>
                  </a:lnTo>
                  <a:lnTo>
                    <a:pt x="14310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4"/>
            <p:cNvSpPr/>
            <p:nvPr/>
          </p:nvSpPr>
          <p:spPr>
            <a:xfrm>
              <a:off x="6398359" y="2700282"/>
              <a:ext cx="1266460" cy="19961"/>
            </a:xfrm>
            <a:custGeom>
              <a:avLst/>
              <a:gdLst/>
              <a:ahLst/>
              <a:cxnLst/>
              <a:rect l="l" t="t" r="r" b="b"/>
              <a:pathLst>
                <a:path w="27790" h="438" extrusionOk="0">
                  <a:moveTo>
                    <a:pt x="0" y="0"/>
                  </a:moveTo>
                  <a:lnTo>
                    <a:pt x="12121" y="0"/>
                  </a:lnTo>
                  <a:lnTo>
                    <a:pt x="12121" y="438"/>
                  </a:lnTo>
                  <a:lnTo>
                    <a:pt x="0" y="438"/>
                  </a:lnTo>
                  <a:close/>
                  <a:moveTo>
                    <a:pt x="14299" y="0"/>
                  </a:moveTo>
                  <a:lnTo>
                    <a:pt x="27790" y="0"/>
                  </a:lnTo>
                  <a:lnTo>
                    <a:pt x="27790" y="438"/>
                  </a:lnTo>
                  <a:lnTo>
                    <a:pt x="14299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4"/>
            <p:cNvSpPr/>
            <p:nvPr/>
          </p:nvSpPr>
          <p:spPr>
            <a:xfrm>
              <a:off x="6390155" y="2784502"/>
              <a:ext cx="1266460" cy="19915"/>
            </a:xfrm>
            <a:custGeom>
              <a:avLst/>
              <a:gdLst/>
              <a:ahLst/>
              <a:cxnLst/>
              <a:rect l="l" t="t" r="r" b="b"/>
              <a:pathLst>
                <a:path w="27790" h="437" extrusionOk="0">
                  <a:moveTo>
                    <a:pt x="1" y="1"/>
                  </a:moveTo>
                  <a:lnTo>
                    <a:pt x="12106" y="1"/>
                  </a:lnTo>
                  <a:lnTo>
                    <a:pt x="12106" y="437"/>
                  </a:lnTo>
                  <a:lnTo>
                    <a:pt x="1" y="437"/>
                  </a:lnTo>
                  <a:close/>
                  <a:moveTo>
                    <a:pt x="14285" y="1"/>
                  </a:moveTo>
                  <a:lnTo>
                    <a:pt x="27789" y="1"/>
                  </a:lnTo>
                  <a:lnTo>
                    <a:pt x="27789" y="437"/>
                  </a:lnTo>
                  <a:lnTo>
                    <a:pt x="14285" y="4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4"/>
            <p:cNvSpPr/>
            <p:nvPr/>
          </p:nvSpPr>
          <p:spPr>
            <a:xfrm>
              <a:off x="6382818" y="2868722"/>
              <a:ext cx="1266277" cy="19915"/>
            </a:xfrm>
            <a:custGeom>
              <a:avLst/>
              <a:gdLst/>
              <a:ahLst/>
              <a:cxnLst/>
              <a:rect l="l" t="t" r="r" b="b"/>
              <a:pathLst>
                <a:path w="27786" h="437" extrusionOk="0">
                  <a:moveTo>
                    <a:pt x="0" y="1"/>
                  </a:moveTo>
                  <a:lnTo>
                    <a:pt x="12090" y="1"/>
                  </a:lnTo>
                  <a:lnTo>
                    <a:pt x="12090" y="437"/>
                  </a:lnTo>
                  <a:lnTo>
                    <a:pt x="0" y="437"/>
                  </a:lnTo>
                  <a:close/>
                  <a:moveTo>
                    <a:pt x="14265" y="1"/>
                  </a:moveTo>
                  <a:lnTo>
                    <a:pt x="27786" y="1"/>
                  </a:lnTo>
                  <a:lnTo>
                    <a:pt x="27786" y="437"/>
                  </a:lnTo>
                  <a:lnTo>
                    <a:pt x="14265" y="43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4"/>
            <p:cNvSpPr/>
            <p:nvPr/>
          </p:nvSpPr>
          <p:spPr>
            <a:xfrm>
              <a:off x="6376119" y="2952896"/>
              <a:ext cx="1266414" cy="19961"/>
            </a:xfrm>
            <a:custGeom>
              <a:avLst/>
              <a:gdLst/>
              <a:ahLst/>
              <a:cxnLst/>
              <a:rect l="l" t="t" r="r" b="b"/>
              <a:pathLst>
                <a:path w="27789" h="438" extrusionOk="0">
                  <a:moveTo>
                    <a:pt x="1" y="1"/>
                  </a:moveTo>
                  <a:lnTo>
                    <a:pt x="12069" y="1"/>
                  </a:lnTo>
                  <a:lnTo>
                    <a:pt x="12069" y="438"/>
                  </a:lnTo>
                  <a:lnTo>
                    <a:pt x="1" y="438"/>
                  </a:lnTo>
                  <a:close/>
                  <a:moveTo>
                    <a:pt x="14248" y="1"/>
                  </a:moveTo>
                  <a:lnTo>
                    <a:pt x="27789" y="1"/>
                  </a:lnTo>
                  <a:lnTo>
                    <a:pt x="27789" y="438"/>
                  </a:lnTo>
                  <a:lnTo>
                    <a:pt x="14248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4"/>
            <p:cNvSpPr/>
            <p:nvPr/>
          </p:nvSpPr>
          <p:spPr>
            <a:xfrm>
              <a:off x="6370103" y="3037115"/>
              <a:ext cx="1266551" cy="20006"/>
            </a:xfrm>
            <a:custGeom>
              <a:avLst/>
              <a:gdLst/>
              <a:ahLst/>
              <a:cxnLst/>
              <a:rect l="l" t="t" r="r" b="b"/>
              <a:pathLst>
                <a:path w="27792" h="439" extrusionOk="0">
                  <a:moveTo>
                    <a:pt x="1" y="1"/>
                  </a:moveTo>
                  <a:lnTo>
                    <a:pt x="12049" y="1"/>
                  </a:lnTo>
                  <a:lnTo>
                    <a:pt x="12049" y="438"/>
                  </a:lnTo>
                  <a:lnTo>
                    <a:pt x="1" y="438"/>
                  </a:lnTo>
                  <a:close/>
                  <a:moveTo>
                    <a:pt x="14227" y="1"/>
                  </a:moveTo>
                  <a:lnTo>
                    <a:pt x="27792" y="1"/>
                  </a:lnTo>
                  <a:lnTo>
                    <a:pt x="27792" y="438"/>
                  </a:lnTo>
                  <a:lnTo>
                    <a:pt x="14227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4"/>
            <p:cNvSpPr/>
            <p:nvPr/>
          </p:nvSpPr>
          <p:spPr>
            <a:xfrm>
              <a:off x="6364634" y="3121244"/>
              <a:ext cx="548100" cy="19961"/>
            </a:xfrm>
            <a:custGeom>
              <a:avLst/>
              <a:gdLst/>
              <a:ahLst/>
              <a:cxnLst/>
              <a:rect l="l" t="t" r="r" b="b"/>
              <a:pathLst>
                <a:path w="12027" h="438" extrusionOk="0">
                  <a:moveTo>
                    <a:pt x="0" y="0"/>
                  </a:moveTo>
                  <a:lnTo>
                    <a:pt x="12026" y="0"/>
                  </a:lnTo>
                  <a:lnTo>
                    <a:pt x="12026" y="438"/>
                  </a:lnTo>
                  <a:lnTo>
                    <a:pt x="0" y="4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4"/>
            <p:cNvSpPr/>
            <p:nvPr/>
          </p:nvSpPr>
          <p:spPr>
            <a:xfrm>
              <a:off x="6349823" y="3205464"/>
              <a:ext cx="566831" cy="19961"/>
            </a:xfrm>
            <a:custGeom>
              <a:avLst/>
              <a:gdLst/>
              <a:ahLst/>
              <a:cxnLst/>
              <a:rect l="l" t="t" r="r" b="b"/>
              <a:pathLst>
                <a:path w="12438" h="438" extrusionOk="0">
                  <a:moveTo>
                    <a:pt x="219" y="438"/>
                  </a:moveTo>
                  <a:cubicBezTo>
                    <a:pt x="99" y="438"/>
                    <a:pt x="1" y="341"/>
                    <a:pt x="1" y="219"/>
                  </a:cubicBezTo>
                  <a:cubicBezTo>
                    <a:pt x="1" y="99"/>
                    <a:pt x="99" y="0"/>
                    <a:pt x="219" y="0"/>
                  </a:cubicBezTo>
                  <a:lnTo>
                    <a:pt x="12219" y="0"/>
                  </a:lnTo>
                  <a:cubicBezTo>
                    <a:pt x="12339" y="0"/>
                    <a:pt x="12438" y="99"/>
                    <a:pt x="12438" y="219"/>
                  </a:cubicBezTo>
                  <a:cubicBezTo>
                    <a:pt x="12438" y="341"/>
                    <a:pt x="12339" y="438"/>
                    <a:pt x="12219" y="4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4"/>
            <p:cNvSpPr/>
            <p:nvPr/>
          </p:nvSpPr>
          <p:spPr>
            <a:xfrm>
              <a:off x="6064808" y="2224815"/>
              <a:ext cx="1915777" cy="1151252"/>
            </a:xfrm>
            <a:custGeom>
              <a:avLst/>
              <a:gdLst/>
              <a:ahLst/>
              <a:cxnLst/>
              <a:rect l="l" t="t" r="r" b="b"/>
              <a:pathLst>
                <a:path w="42038" h="25262" extrusionOk="0">
                  <a:moveTo>
                    <a:pt x="165" y="25262"/>
                  </a:moveTo>
                  <a:cubicBezTo>
                    <a:pt x="74" y="25262"/>
                    <a:pt x="1" y="25188"/>
                    <a:pt x="1" y="25099"/>
                  </a:cubicBezTo>
                  <a:cubicBezTo>
                    <a:pt x="1" y="25009"/>
                    <a:pt x="74" y="24936"/>
                    <a:pt x="165" y="24936"/>
                  </a:cubicBezTo>
                  <a:lnTo>
                    <a:pt x="40159" y="24936"/>
                  </a:lnTo>
                  <a:lnTo>
                    <a:pt x="41707" y="157"/>
                  </a:lnTo>
                  <a:cubicBezTo>
                    <a:pt x="41713" y="68"/>
                    <a:pt x="41791" y="0"/>
                    <a:pt x="41881" y="3"/>
                  </a:cubicBezTo>
                  <a:cubicBezTo>
                    <a:pt x="41970" y="9"/>
                    <a:pt x="42038" y="85"/>
                    <a:pt x="42035" y="176"/>
                  </a:cubicBezTo>
                  <a:lnTo>
                    <a:pt x="40477" y="25099"/>
                  </a:lnTo>
                  <a:cubicBezTo>
                    <a:pt x="40477" y="25188"/>
                    <a:pt x="40404" y="25262"/>
                    <a:pt x="40313" y="252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4"/>
            <p:cNvSpPr/>
            <p:nvPr/>
          </p:nvSpPr>
          <p:spPr>
            <a:xfrm>
              <a:off x="5987834" y="3452472"/>
              <a:ext cx="1998582" cy="14902"/>
            </a:xfrm>
            <a:custGeom>
              <a:avLst/>
              <a:gdLst/>
              <a:ahLst/>
              <a:cxnLst/>
              <a:rect l="l" t="t" r="r" b="b"/>
              <a:pathLst>
                <a:path w="43855" h="327" extrusionOk="0">
                  <a:moveTo>
                    <a:pt x="163" y="326"/>
                  </a:moveTo>
                  <a:cubicBezTo>
                    <a:pt x="72" y="326"/>
                    <a:pt x="0" y="253"/>
                    <a:pt x="0" y="163"/>
                  </a:cubicBezTo>
                  <a:cubicBezTo>
                    <a:pt x="0" y="74"/>
                    <a:pt x="74" y="0"/>
                    <a:pt x="163" y="0"/>
                  </a:cubicBezTo>
                  <a:lnTo>
                    <a:pt x="43690" y="0"/>
                  </a:lnTo>
                  <a:cubicBezTo>
                    <a:pt x="43781" y="0"/>
                    <a:pt x="43854" y="74"/>
                    <a:pt x="43854" y="163"/>
                  </a:cubicBezTo>
                  <a:cubicBezTo>
                    <a:pt x="43854" y="253"/>
                    <a:pt x="43781" y="326"/>
                    <a:pt x="43690" y="3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4"/>
            <p:cNvSpPr/>
            <p:nvPr/>
          </p:nvSpPr>
          <p:spPr>
            <a:xfrm>
              <a:off x="5987834" y="4778521"/>
              <a:ext cx="1998582" cy="14902"/>
            </a:xfrm>
            <a:custGeom>
              <a:avLst/>
              <a:gdLst/>
              <a:ahLst/>
              <a:cxnLst/>
              <a:rect l="l" t="t" r="r" b="b"/>
              <a:pathLst>
                <a:path w="43855" h="327" extrusionOk="0">
                  <a:moveTo>
                    <a:pt x="163" y="327"/>
                  </a:moveTo>
                  <a:cubicBezTo>
                    <a:pt x="72" y="327"/>
                    <a:pt x="0" y="253"/>
                    <a:pt x="0" y="164"/>
                  </a:cubicBezTo>
                  <a:cubicBezTo>
                    <a:pt x="0" y="74"/>
                    <a:pt x="74" y="1"/>
                    <a:pt x="163" y="1"/>
                  </a:cubicBezTo>
                  <a:lnTo>
                    <a:pt x="43690" y="1"/>
                  </a:lnTo>
                  <a:cubicBezTo>
                    <a:pt x="43781" y="1"/>
                    <a:pt x="43854" y="74"/>
                    <a:pt x="43854" y="164"/>
                  </a:cubicBezTo>
                  <a:cubicBezTo>
                    <a:pt x="43854" y="253"/>
                    <a:pt x="43781" y="327"/>
                    <a:pt x="43690" y="3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8" name="Google Shape;668;p44"/>
            <p:cNvGrpSpPr/>
            <p:nvPr/>
          </p:nvGrpSpPr>
          <p:grpSpPr>
            <a:xfrm>
              <a:off x="5125404" y="2514163"/>
              <a:ext cx="713258" cy="1826845"/>
              <a:chOff x="5125500" y="2181140"/>
              <a:chExt cx="672251" cy="1721814"/>
            </a:xfrm>
          </p:grpSpPr>
          <p:sp>
            <p:nvSpPr>
              <p:cNvPr id="669" name="Google Shape;669;p44"/>
              <p:cNvSpPr/>
              <p:nvPr/>
            </p:nvSpPr>
            <p:spPr>
              <a:xfrm>
                <a:off x="5289409" y="3658475"/>
                <a:ext cx="477890" cy="196250"/>
              </a:xfrm>
              <a:custGeom>
                <a:avLst/>
                <a:gdLst/>
                <a:ahLst/>
                <a:cxnLst/>
                <a:rect l="l" t="t" r="r" b="b"/>
                <a:pathLst>
                  <a:path w="11126" h="4569" extrusionOk="0">
                    <a:moveTo>
                      <a:pt x="5565" y="4569"/>
                    </a:moveTo>
                    <a:cubicBezTo>
                      <a:pt x="8629" y="4569"/>
                      <a:pt x="11126" y="3544"/>
                      <a:pt x="11126" y="2284"/>
                    </a:cubicBezTo>
                    <a:cubicBezTo>
                      <a:pt x="11126" y="1026"/>
                      <a:pt x="8627" y="0"/>
                      <a:pt x="5565" y="0"/>
                    </a:cubicBezTo>
                    <a:cubicBezTo>
                      <a:pt x="2501" y="0"/>
                      <a:pt x="2" y="1026"/>
                      <a:pt x="2" y="2284"/>
                    </a:cubicBezTo>
                    <a:cubicBezTo>
                      <a:pt x="1" y="3544"/>
                      <a:pt x="2500" y="4569"/>
                      <a:pt x="5565" y="4569"/>
                    </a:cubicBezTo>
                    <a:close/>
                  </a:path>
                </a:pathLst>
              </a:custGeom>
              <a:solidFill>
                <a:srgbClr val="0F2238">
                  <a:alpha val="215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5219868" y="3330183"/>
                <a:ext cx="577883" cy="572772"/>
              </a:xfrm>
              <a:custGeom>
                <a:avLst/>
                <a:gdLst/>
                <a:ahLst/>
                <a:cxnLst/>
                <a:rect l="l" t="t" r="r" b="b"/>
                <a:pathLst>
                  <a:path w="13454" h="13335" extrusionOk="0">
                    <a:moveTo>
                      <a:pt x="13454" y="3257"/>
                    </a:moveTo>
                    <a:cubicBezTo>
                      <a:pt x="13454" y="13170"/>
                      <a:pt x="1" y="13335"/>
                      <a:pt x="1" y="2890"/>
                    </a:cubicBezTo>
                    <a:cubicBezTo>
                      <a:pt x="1" y="463"/>
                      <a:pt x="13454" y="1"/>
                      <a:pt x="13454" y="325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5269522" y="3388901"/>
                <a:ext cx="478534" cy="130962"/>
              </a:xfrm>
              <a:custGeom>
                <a:avLst/>
                <a:gdLst/>
                <a:ahLst/>
                <a:cxnLst/>
                <a:rect l="l" t="t" r="r" b="b"/>
                <a:pathLst>
                  <a:path w="11141" h="3049" extrusionOk="0">
                    <a:moveTo>
                      <a:pt x="5570" y="3048"/>
                    </a:moveTo>
                    <a:cubicBezTo>
                      <a:pt x="8638" y="3048"/>
                      <a:pt x="11141" y="2364"/>
                      <a:pt x="11141" y="1523"/>
                    </a:cubicBezTo>
                    <a:cubicBezTo>
                      <a:pt x="11141" y="685"/>
                      <a:pt x="8638" y="0"/>
                      <a:pt x="5570" y="0"/>
                    </a:cubicBezTo>
                    <a:cubicBezTo>
                      <a:pt x="2502" y="0"/>
                      <a:pt x="0" y="685"/>
                      <a:pt x="0" y="1523"/>
                    </a:cubicBezTo>
                    <a:cubicBezTo>
                      <a:pt x="0" y="2364"/>
                      <a:pt x="2505" y="3048"/>
                      <a:pt x="5570" y="30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5125500" y="2181140"/>
                <a:ext cx="646349" cy="1300731"/>
              </a:xfrm>
              <a:custGeom>
                <a:avLst/>
                <a:gdLst/>
                <a:ahLst/>
                <a:cxnLst/>
                <a:rect l="l" t="t" r="r" b="b"/>
                <a:pathLst>
                  <a:path w="15048" h="30283" extrusionOk="0">
                    <a:moveTo>
                      <a:pt x="5360" y="10028"/>
                    </a:moveTo>
                    <a:cubicBezTo>
                      <a:pt x="5947" y="11881"/>
                      <a:pt x="6357" y="13510"/>
                      <a:pt x="6621" y="14814"/>
                    </a:cubicBezTo>
                    <a:cubicBezTo>
                      <a:pt x="7497" y="19142"/>
                      <a:pt x="7189" y="19004"/>
                      <a:pt x="5759" y="15419"/>
                    </a:cubicBezTo>
                    <a:cubicBezTo>
                      <a:pt x="4937" y="13358"/>
                      <a:pt x="3767" y="10743"/>
                      <a:pt x="2544" y="9969"/>
                    </a:cubicBezTo>
                    <a:cubicBezTo>
                      <a:pt x="533" y="8697"/>
                      <a:pt x="0" y="11778"/>
                      <a:pt x="2505" y="14569"/>
                    </a:cubicBezTo>
                    <a:cubicBezTo>
                      <a:pt x="5009" y="17361"/>
                      <a:pt x="6756" y="19512"/>
                      <a:pt x="7333" y="22550"/>
                    </a:cubicBezTo>
                    <a:cubicBezTo>
                      <a:pt x="7907" y="25589"/>
                      <a:pt x="6430" y="21115"/>
                      <a:pt x="4253" y="19061"/>
                    </a:cubicBezTo>
                    <a:cubicBezTo>
                      <a:pt x="2077" y="17007"/>
                      <a:pt x="722" y="20539"/>
                      <a:pt x="3597" y="22879"/>
                    </a:cubicBezTo>
                    <a:cubicBezTo>
                      <a:pt x="6470" y="25219"/>
                      <a:pt x="7072" y="27189"/>
                      <a:pt x="7851" y="29449"/>
                    </a:cubicBezTo>
                    <a:cubicBezTo>
                      <a:pt x="8130" y="30256"/>
                      <a:pt x="9858" y="30282"/>
                      <a:pt x="9848" y="28905"/>
                    </a:cubicBezTo>
                    <a:cubicBezTo>
                      <a:pt x="9837" y="27295"/>
                      <a:pt x="10259" y="25284"/>
                      <a:pt x="11520" y="22961"/>
                    </a:cubicBezTo>
                    <a:cubicBezTo>
                      <a:pt x="13819" y="18732"/>
                      <a:pt x="14809" y="15429"/>
                      <a:pt x="13199" y="15150"/>
                    </a:cubicBezTo>
                    <a:cubicBezTo>
                      <a:pt x="11587" y="14871"/>
                      <a:pt x="10364" y="21022"/>
                      <a:pt x="9707" y="20774"/>
                    </a:cubicBezTo>
                    <a:cubicBezTo>
                      <a:pt x="7855" y="20081"/>
                      <a:pt x="10420" y="14946"/>
                      <a:pt x="11204" y="13763"/>
                    </a:cubicBezTo>
                    <a:cubicBezTo>
                      <a:pt x="12136" y="12354"/>
                      <a:pt x="12882" y="11245"/>
                      <a:pt x="13399" y="10238"/>
                    </a:cubicBezTo>
                    <a:cubicBezTo>
                      <a:pt x="15047" y="7017"/>
                      <a:pt x="12434" y="5717"/>
                      <a:pt x="11085" y="8484"/>
                    </a:cubicBezTo>
                    <a:cubicBezTo>
                      <a:pt x="10504" y="9680"/>
                      <a:pt x="9859" y="11367"/>
                      <a:pt x="9175" y="13681"/>
                    </a:cubicBezTo>
                    <a:cubicBezTo>
                      <a:pt x="10338" y="3333"/>
                      <a:pt x="7431" y="0"/>
                      <a:pt x="5700" y="1446"/>
                    </a:cubicBezTo>
                    <a:cubicBezTo>
                      <a:pt x="4548" y="2409"/>
                      <a:pt x="3920" y="5491"/>
                      <a:pt x="5360" y="1002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5356373" y="2244497"/>
                <a:ext cx="141099" cy="1224748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28514" extrusionOk="0">
                    <a:moveTo>
                      <a:pt x="293" y="1"/>
                    </a:moveTo>
                    <a:cubicBezTo>
                      <a:pt x="587" y="1430"/>
                      <a:pt x="861" y="2743"/>
                      <a:pt x="1115" y="3947"/>
                    </a:cubicBezTo>
                    <a:cubicBezTo>
                      <a:pt x="2579" y="10917"/>
                      <a:pt x="3285" y="14278"/>
                      <a:pt x="3285" y="20280"/>
                    </a:cubicBezTo>
                    <a:cubicBezTo>
                      <a:pt x="3285" y="23776"/>
                      <a:pt x="3241" y="26554"/>
                      <a:pt x="3195" y="28514"/>
                    </a:cubicBezTo>
                    <a:cubicBezTo>
                      <a:pt x="3071" y="28492"/>
                      <a:pt x="2952" y="28451"/>
                      <a:pt x="2847" y="28392"/>
                    </a:cubicBezTo>
                    <a:cubicBezTo>
                      <a:pt x="2893" y="26444"/>
                      <a:pt x="2936" y="23713"/>
                      <a:pt x="2936" y="20280"/>
                    </a:cubicBezTo>
                    <a:cubicBezTo>
                      <a:pt x="2936" y="14312"/>
                      <a:pt x="2232" y="10961"/>
                      <a:pt x="772" y="4017"/>
                    </a:cubicBezTo>
                    <a:cubicBezTo>
                      <a:pt x="537" y="2894"/>
                      <a:pt x="280" y="1676"/>
                      <a:pt x="1" y="321"/>
                    </a:cubicBezTo>
                    <a:cubicBezTo>
                      <a:pt x="93" y="197"/>
                      <a:pt x="190" y="90"/>
                      <a:pt x="2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5470714" y="2489201"/>
                <a:ext cx="243240" cy="398170"/>
              </a:xfrm>
              <a:custGeom>
                <a:avLst/>
                <a:gdLst/>
                <a:ahLst/>
                <a:cxnLst/>
                <a:rect l="l" t="t" r="r" b="b"/>
                <a:pathLst>
                  <a:path w="5663" h="9270" extrusionOk="0">
                    <a:moveTo>
                      <a:pt x="5663" y="292"/>
                    </a:moveTo>
                    <a:cubicBezTo>
                      <a:pt x="3622" y="4926"/>
                      <a:pt x="348" y="9166"/>
                      <a:pt x="338" y="9179"/>
                    </a:cubicBezTo>
                    <a:cubicBezTo>
                      <a:pt x="278" y="9255"/>
                      <a:pt x="168" y="9270"/>
                      <a:pt x="92" y="9211"/>
                    </a:cubicBezTo>
                    <a:cubicBezTo>
                      <a:pt x="14" y="9152"/>
                      <a:pt x="1" y="9042"/>
                      <a:pt x="59" y="8966"/>
                    </a:cubicBezTo>
                    <a:cubicBezTo>
                      <a:pt x="70" y="8953"/>
                      <a:pt x="3387" y="4653"/>
                      <a:pt x="5406" y="1"/>
                    </a:cubicBezTo>
                    <a:cubicBezTo>
                      <a:pt x="5506" y="77"/>
                      <a:pt x="5591" y="174"/>
                      <a:pt x="5663" y="29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44"/>
              <p:cNvSpPr/>
              <p:nvPr/>
            </p:nvSpPr>
            <p:spPr>
              <a:xfrm>
                <a:off x="5172319" y="2599505"/>
                <a:ext cx="325752" cy="594720"/>
              </a:xfrm>
              <a:custGeom>
                <a:avLst/>
                <a:gdLst/>
                <a:ahLst/>
                <a:cxnLst/>
                <a:rect l="l" t="t" r="r" b="b"/>
                <a:pathLst>
                  <a:path w="7584" h="13846" extrusionOk="0">
                    <a:moveTo>
                      <a:pt x="290" y="0"/>
                    </a:moveTo>
                    <a:cubicBezTo>
                      <a:pt x="1175" y="2160"/>
                      <a:pt x="3010" y="4858"/>
                      <a:pt x="4464" y="6994"/>
                    </a:cubicBezTo>
                    <a:cubicBezTo>
                      <a:pt x="5356" y="8304"/>
                      <a:pt x="6105" y="9403"/>
                      <a:pt x="6412" y="10055"/>
                    </a:cubicBezTo>
                    <a:cubicBezTo>
                      <a:pt x="7266" y="11863"/>
                      <a:pt x="7567" y="13621"/>
                      <a:pt x="7567" y="13625"/>
                    </a:cubicBezTo>
                    <a:cubicBezTo>
                      <a:pt x="7583" y="13720"/>
                      <a:pt x="7520" y="13813"/>
                      <a:pt x="7425" y="13829"/>
                    </a:cubicBezTo>
                    <a:cubicBezTo>
                      <a:pt x="7329" y="13845"/>
                      <a:pt x="7237" y="13782"/>
                      <a:pt x="7221" y="13687"/>
                    </a:cubicBezTo>
                    <a:cubicBezTo>
                      <a:pt x="7221" y="13681"/>
                      <a:pt x="6927" y="11971"/>
                      <a:pt x="6092" y="10205"/>
                    </a:cubicBezTo>
                    <a:cubicBezTo>
                      <a:pt x="5797" y="9579"/>
                      <a:pt x="5055" y="8491"/>
                      <a:pt x="4173" y="7194"/>
                    </a:cubicBezTo>
                    <a:cubicBezTo>
                      <a:pt x="2731" y="5077"/>
                      <a:pt x="917" y="2409"/>
                      <a:pt x="1" y="228"/>
                    </a:cubicBezTo>
                    <a:cubicBezTo>
                      <a:pt x="82" y="125"/>
                      <a:pt x="177" y="50"/>
                      <a:pt x="2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44"/>
              <p:cNvSpPr/>
              <p:nvPr/>
            </p:nvSpPr>
            <p:spPr>
              <a:xfrm>
                <a:off x="5215530" y="2988318"/>
                <a:ext cx="280823" cy="406717"/>
              </a:xfrm>
              <a:custGeom>
                <a:avLst/>
                <a:gdLst/>
                <a:ahLst/>
                <a:cxnLst/>
                <a:rect l="l" t="t" r="r" b="b"/>
                <a:pathLst>
                  <a:path w="6538" h="9469" extrusionOk="0">
                    <a:moveTo>
                      <a:pt x="197" y="0"/>
                    </a:moveTo>
                    <a:cubicBezTo>
                      <a:pt x="3418" y="4570"/>
                      <a:pt x="6474" y="9159"/>
                      <a:pt x="6485" y="9172"/>
                    </a:cubicBezTo>
                    <a:cubicBezTo>
                      <a:pt x="6538" y="9253"/>
                      <a:pt x="6517" y="9362"/>
                      <a:pt x="6436" y="9416"/>
                    </a:cubicBezTo>
                    <a:cubicBezTo>
                      <a:pt x="6355" y="9469"/>
                      <a:pt x="6247" y="9450"/>
                      <a:pt x="6193" y="9369"/>
                    </a:cubicBezTo>
                    <a:cubicBezTo>
                      <a:pt x="6184" y="9354"/>
                      <a:pt x="3174" y="4842"/>
                      <a:pt x="0" y="333"/>
                    </a:cubicBezTo>
                    <a:cubicBezTo>
                      <a:pt x="55" y="206"/>
                      <a:pt x="119" y="96"/>
                      <a:pt x="1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44"/>
              <p:cNvSpPr/>
              <p:nvPr/>
            </p:nvSpPr>
            <p:spPr>
              <a:xfrm>
                <a:off x="5475267" y="2832742"/>
                <a:ext cx="234478" cy="547129"/>
              </a:xfrm>
              <a:custGeom>
                <a:avLst/>
                <a:gdLst/>
                <a:ahLst/>
                <a:cxnLst/>
                <a:rect l="l" t="t" r="r" b="b"/>
                <a:pathLst>
                  <a:path w="5459" h="12738" extrusionOk="0">
                    <a:moveTo>
                      <a:pt x="5458" y="150"/>
                    </a:moveTo>
                    <a:cubicBezTo>
                      <a:pt x="4787" y="2115"/>
                      <a:pt x="3616" y="4522"/>
                      <a:pt x="2643" y="6517"/>
                    </a:cubicBezTo>
                    <a:cubicBezTo>
                      <a:pt x="1916" y="8007"/>
                      <a:pt x="1304" y="9265"/>
                      <a:pt x="1106" y="9913"/>
                    </a:cubicBezTo>
                    <a:cubicBezTo>
                      <a:pt x="562" y="11689"/>
                      <a:pt x="366" y="12577"/>
                      <a:pt x="364" y="12581"/>
                    </a:cubicBezTo>
                    <a:cubicBezTo>
                      <a:pt x="344" y="12677"/>
                      <a:pt x="250" y="12737"/>
                      <a:pt x="156" y="12717"/>
                    </a:cubicBezTo>
                    <a:cubicBezTo>
                      <a:pt x="60" y="12696"/>
                      <a:pt x="0" y="12604"/>
                      <a:pt x="21" y="12510"/>
                    </a:cubicBezTo>
                    <a:cubicBezTo>
                      <a:pt x="21" y="12508"/>
                      <a:pt x="220" y="11613"/>
                      <a:pt x="769" y="9814"/>
                    </a:cubicBezTo>
                    <a:cubicBezTo>
                      <a:pt x="978" y="9132"/>
                      <a:pt x="1594" y="7865"/>
                      <a:pt x="2327" y="6364"/>
                    </a:cubicBezTo>
                    <a:cubicBezTo>
                      <a:pt x="3302" y="4364"/>
                      <a:pt x="4479" y="1946"/>
                      <a:pt x="5138" y="1"/>
                    </a:cubicBezTo>
                    <a:cubicBezTo>
                      <a:pt x="5263" y="30"/>
                      <a:pt x="5367" y="81"/>
                      <a:pt x="5458" y="15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44"/>
              <p:cNvSpPr/>
              <p:nvPr/>
            </p:nvSpPr>
            <p:spPr>
              <a:xfrm>
                <a:off x="5223648" y="3507494"/>
                <a:ext cx="572600" cy="89341"/>
              </a:xfrm>
              <a:custGeom>
                <a:avLst/>
                <a:gdLst/>
                <a:ahLst/>
                <a:cxnLst/>
                <a:rect l="l" t="t" r="r" b="b"/>
                <a:pathLst>
                  <a:path w="13331" h="2080" extrusionOk="0">
                    <a:moveTo>
                      <a:pt x="1" y="174"/>
                    </a:moveTo>
                    <a:cubicBezTo>
                      <a:pt x="435" y="419"/>
                      <a:pt x="911" y="631"/>
                      <a:pt x="1416" y="808"/>
                    </a:cubicBezTo>
                    <a:cubicBezTo>
                      <a:pt x="3619" y="1586"/>
                      <a:pt x="6376" y="1726"/>
                      <a:pt x="8831" y="1392"/>
                    </a:cubicBezTo>
                    <a:cubicBezTo>
                      <a:pt x="10598" y="1152"/>
                      <a:pt x="12206" y="667"/>
                      <a:pt x="13330" y="1"/>
                    </a:cubicBezTo>
                    <a:cubicBezTo>
                      <a:pt x="13317" y="146"/>
                      <a:pt x="13303" y="287"/>
                      <a:pt x="13285" y="427"/>
                    </a:cubicBezTo>
                    <a:cubicBezTo>
                      <a:pt x="12131" y="1055"/>
                      <a:pt x="10572" y="1507"/>
                      <a:pt x="8879" y="1739"/>
                    </a:cubicBezTo>
                    <a:cubicBezTo>
                      <a:pt x="6373" y="2080"/>
                      <a:pt x="3559" y="1936"/>
                      <a:pt x="1300" y="1139"/>
                    </a:cubicBezTo>
                    <a:cubicBezTo>
                      <a:pt x="867" y="986"/>
                      <a:pt x="454" y="808"/>
                      <a:pt x="67" y="607"/>
                    </a:cubicBezTo>
                    <a:cubicBezTo>
                      <a:pt x="40" y="468"/>
                      <a:pt x="20" y="322"/>
                      <a:pt x="1" y="1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9" name="Google Shape;679;p44"/>
            <p:cNvSpPr/>
            <p:nvPr/>
          </p:nvSpPr>
          <p:spPr>
            <a:xfrm>
              <a:off x="5663945" y="4052582"/>
              <a:ext cx="1056735" cy="1075010"/>
            </a:xfrm>
            <a:custGeom>
              <a:avLst/>
              <a:gdLst/>
              <a:ahLst/>
              <a:cxnLst/>
              <a:rect l="l" t="t" r="r" b="b"/>
              <a:pathLst>
                <a:path w="23188" h="23589" extrusionOk="0">
                  <a:moveTo>
                    <a:pt x="14800" y="14189"/>
                  </a:moveTo>
                  <a:lnTo>
                    <a:pt x="10931" y="23588"/>
                  </a:lnTo>
                  <a:lnTo>
                    <a:pt x="1" y="21510"/>
                  </a:lnTo>
                  <a:lnTo>
                    <a:pt x="7696" y="9557"/>
                  </a:lnTo>
                  <a:cubicBezTo>
                    <a:pt x="7636" y="6401"/>
                    <a:pt x="8217" y="2045"/>
                    <a:pt x="8217" y="2045"/>
                  </a:cubicBezTo>
                  <a:cubicBezTo>
                    <a:pt x="10382" y="303"/>
                    <a:pt x="15614" y="1301"/>
                    <a:pt x="18125" y="2070"/>
                  </a:cubicBezTo>
                  <a:cubicBezTo>
                    <a:pt x="18153" y="3619"/>
                    <a:pt x="18141" y="5059"/>
                    <a:pt x="18072" y="6366"/>
                  </a:cubicBezTo>
                  <a:cubicBezTo>
                    <a:pt x="18756" y="5994"/>
                    <a:pt x="19484" y="5595"/>
                    <a:pt x="19972" y="4340"/>
                  </a:cubicBezTo>
                  <a:cubicBezTo>
                    <a:pt x="20598" y="2718"/>
                    <a:pt x="20780" y="436"/>
                    <a:pt x="21984" y="218"/>
                  </a:cubicBezTo>
                  <a:cubicBezTo>
                    <a:pt x="23188" y="0"/>
                    <a:pt x="22536" y="4061"/>
                    <a:pt x="22228" y="5674"/>
                  </a:cubicBezTo>
                  <a:cubicBezTo>
                    <a:pt x="21918" y="7285"/>
                    <a:pt x="20758" y="10820"/>
                    <a:pt x="15162" y="13983"/>
                  </a:cubicBezTo>
                  <a:lnTo>
                    <a:pt x="15162" y="13983"/>
                  </a:lnTo>
                  <a:cubicBezTo>
                    <a:pt x="15043" y="14054"/>
                    <a:pt x="14923" y="14124"/>
                    <a:pt x="14800" y="14189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4"/>
            <p:cNvSpPr/>
            <p:nvPr/>
          </p:nvSpPr>
          <p:spPr>
            <a:xfrm>
              <a:off x="6053232" y="4101164"/>
              <a:ext cx="650411" cy="885519"/>
            </a:xfrm>
            <a:custGeom>
              <a:avLst/>
              <a:gdLst/>
              <a:ahLst/>
              <a:cxnLst/>
              <a:rect l="l" t="t" r="r" b="b"/>
              <a:pathLst>
                <a:path w="14272" h="19431" extrusionOk="0">
                  <a:moveTo>
                    <a:pt x="6258" y="13123"/>
                  </a:moveTo>
                  <a:lnTo>
                    <a:pt x="3661" y="19431"/>
                  </a:lnTo>
                  <a:cubicBezTo>
                    <a:pt x="1584" y="19372"/>
                    <a:pt x="1" y="19319"/>
                    <a:pt x="1" y="19319"/>
                  </a:cubicBezTo>
                  <a:cubicBezTo>
                    <a:pt x="1" y="19319"/>
                    <a:pt x="832" y="17888"/>
                    <a:pt x="2494" y="14100"/>
                  </a:cubicBezTo>
                  <a:cubicBezTo>
                    <a:pt x="4157" y="10313"/>
                    <a:pt x="6513" y="11053"/>
                    <a:pt x="9653" y="9112"/>
                  </a:cubicBezTo>
                  <a:cubicBezTo>
                    <a:pt x="12718" y="7218"/>
                    <a:pt x="14156" y="3034"/>
                    <a:pt x="14094" y="0"/>
                  </a:cubicBezTo>
                  <a:cubicBezTo>
                    <a:pt x="14272" y="1236"/>
                    <a:pt x="13897" y="3501"/>
                    <a:pt x="13684" y="4608"/>
                  </a:cubicBezTo>
                  <a:cubicBezTo>
                    <a:pt x="13375" y="6219"/>
                    <a:pt x="12215" y="9754"/>
                    <a:pt x="6619" y="12917"/>
                  </a:cubicBezTo>
                  <a:lnTo>
                    <a:pt x="6619" y="12917"/>
                  </a:lnTo>
                  <a:cubicBezTo>
                    <a:pt x="6501" y="12988"/>
                    <a:pt x="6381" y="13058"/>
                    <a:pt x="6258" y="13123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4"/>
            <p:cNvSpPr/>
            <p:nvPr/>
          </p:nvSpPr>
          <p:spPr>
            <a:xfrm>
              <a:off x="6036051" y="3755535"/>
              <a:ext cx="232556" cy="426194"/>
            </a:xfrm>
            <a:custGeom>
              <a:avLst/>
              <a:gdLst/>
              <a:ahLst/>
              <a:cxnLst/>
              <a:rect l="l" t="t" r="r" b="b"/>
              <a:pathLst>
                <a:path w="5103" h="9352" extrusionOk="0">
                  <a:moveTo>
                    <a:pt x="3123" y="1272"/>
                  </a:moveTo>
                  <a:cubicBezTo>
                    <a:pt x="2140" y="1903"/>
                    <a:pt x="1398" y="3491"/>
                    <a:pt x="1064" y="4312"/>
                  </a:cubicBezTo>
                  <a:cubicBezTo>
                    <a:pt x="611" y="5425"/>
                    <a:pt x="190" y="6938"/>
                    <a:pt x="1" y="8971"/>
                  </a:cubicBezTo>
                  <a:lnTo>
                    <a:pt x="2756" y="9352"/>
                  </a:lnTo>
                  <a:cubicBezTo>
                    <a:pt x="2671" y="7486"/>
                    <a:pt x="2737" y="6393"/>
                    <a:pt x="3009" y="5141"/>
                  </a:cubicBezTo>
                  <a:cubicBezTo>
                    <a:pt x="3264" y="3968"/>
                    <a:pt x="5102" y="0"/>
                    <a:pt x="3123" y="1272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4"/>
            <p:cNvSpPr/>
            <p:nvPr/>
          </p:nvSpPr>
          <p:spPr>
            <a:xfrm>
              <a:off x="6361809" y="3696517"/>
              <a:ext cx="171444" cy="552430"/>
            </a:xfrm>
            <a:custGeom>
              <a:avLst/>
              <a:gdLst/>
              <a:ahLst/>
              <a:cxnLst/>
              <a:rect l="l" t="t" r="r" b="b"/>
              <a:pathLst>
                <a:path w="3762" h="12122" extrusionOk="0">
                  <a:moveTo>
                    <a:pt x="2825" y="11654"/>
                  </a:moveTo>
                  <a:cubicBezTo>
                    <a:pt x="2825" y="11654"/>
                    <a:pt x="3099" y="8198"/>
                    <a:pt x="3337" y="5467"/>
                  </a:cubicBezTo>
                  <a:cubicBezTo>
                    <a:pt x="3437" y="4314"/>
                    <a:pt x="3516" y="3286"/>
                    <a:pt x="3591" y="2708"/>
                  </a:cubicBezTo>
                  <a:cubicBezTo>
                    <a:pt x="3762" y="1422"/>
                    <a:pt x="2843" y="0"/>
                    <a:pt x="2186" y="1369"/>
                  </a:cubicBezTo>
                  <a:cubicBezTo>
                    <a:pt x="1734" y="2308"/>
                    <a:pt x="1270" y="4247"/>
                    <a:pt x="1043" y="5413"/>
                  </a:cubicBezTo>
                  <a:cubicBezTo>
                    <a:pt x="635" y="7502"/>
                    <a:pt x="0" y="10732"/>
                    <a:pt x="0" y="10732"/>
                  </a:cubicBezTo>
                  <a:cubicBezTo>
                    <a:pt x="0" y="10732"/>
                    <a:pt x="1132" y="12122"/>
                    <a:pt x="2825" y="11654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4"/>
            <p:cNvSpPr/>
            <p:nvPr/>
          </p:nvSpPr>
          <p:spPr>
            <a:xfrm>
              <a:off x="6104821" y="3719942"/>
              <a:ext cx="228592" cy="660619"/>
            </a:xfrm>
            <a:custGeom>
              <a:avLst/>
              <a:gdLst/>
              <a:ahLst/>
              <a:cxnLst/>
              <a:rect l="l" t="t" r="r" b="b"/>
              <a:pathLst>
                <a:path w="5016" h="14496" extrusionOk="0">
                  <a:moveTo>
                    <a:pt x="5016" y="474"/>
                  </a:moveTo>
                  <a:cubicBezTo>
                    <a:pt x="5016" y="474"/>
                    <a:pt x="4158" y="0"/>
                    <a:pt x="3122" y="1361"/>
                  </a:cubicBezTo>
                  <a:cubicBezTo>
                    <a:pt x="2085" y="2721"/>
                    <a:pt x="948" y="4300"/>
                    <a:pt x="474" y="9399"/>
                  </a:cubicBezTo>
                  <a:cubicBezTo>
                    <a:pt x="1" y="14495"/>
                    <a:pt x="3408" y="9832"/>
                    <a:pt x="3408" y="9832"/>
                  </a:cubicBezTo>
                  <a:cubicBezTo>
                    <a:pt x="3408" y="9832"/>
                    <a:pt x="4591" y="3880"/>
                    <a:pt x="5016" y="474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4"/>
            <p:cNvSpPr/>
            <p:nvPr/>
          </p:nvSpPr>
          <p:spPr>
            <a:xfrm>
              <a:off x="6209412" y="3652949"/>
              <a:ext cx="225766" cy="543042"/>
            </a:xfrm>
            <a:custGeom>
              <a:avLst/>
              <a:gdLst/>
              <a:ahLst/>
              <a:cxnLst/>
              <a:rect l="l" t="t" r="r" b="b"/>
              <a:pathLst>
                <a:path w="4954" h="11916" extrusionOk="0">
                  <a:moveTo>
                    <a:pt x="3563" y="11100"/>
                  </a:moveTo>
                  <a:cubicBezTo>
                    <a:pt x="3258" y="8119"/>
                    <a:pt x="3427" y="4933"/>
                    <a:pt x="4541" y="2128"/>
                  </a:cubicBezTo>
                  <a:cubicBezTo>
                    <a:pt x="4666" y="1814"/>
                    <a:pt x="4953" y="799"/>
                    <a:pt x="4409" y="402"/>
                  </a:cubicBezTo>
                  <a:cubicBezTo>
                    <a:pt x="3861" y="1"/>
                    <a:pt x="2279" y="2483"/>
                    <a:pt x="1511" y="4028"/>
                  </a:cubicBezTo>
                  <a:cubicBezTo>
                    <a:pt x="745" y="5570"/>
                    <a:pt x="0" y="11915"/>
                    <a:pt x="0" y="11915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4"/>
            <p:cNvSpPr/>
            <p:nvPr/>
          </p:nvSpPr>
          <p:spPr>
            <a:xfrm>
              <a:off x="6122503" y="3710372"/>
              <a:ext cx="219477" cy="407919"/>
            </a:xfrm>
            <a:custGeom>
              <a:avLst/>
              <a:gdLst/>
              <a:ahLst/>
              <a:cxnLst/>
              <a:rect l="l" t="t" r="r" b="b"/>
              <a:pathLst>
                <a:path w="4816" h="8951" extrusionOk="0">
                  <a:moveTo>
                    <a:pt x="4705" y="539"/>
                  </a:moveTo>
                  <a:cubicBezTo>
                    <a:pt x="4786" y="582"/>
                    <a:pt x="4815" y="680"/>
                    <a:pt x="4773" y="759"/>
                  </a:cubicBezTo>
                  <a:cubicBezTo>
                    <a:pt x="4730" y="839"/>
                    <a:pt x="4632" y="869"/>
                    <a:pt x="4553" y="827"/>
                  </a:cubicBezTo>
                  <a:cubicBezTo>
                    <a:pt x="4551" y="825"/>
                    <a:pt x="3817" y="420"/>
                    <a:pt x="2864" y="1668"/>
                  </a:cubicBezTo>
                  <a:cubicBezTo>
                    <a:pt x="2382" y="2301"/>
                    <a:pt x="1877" y="2982"/>
                    <a:pt x="1432" y="4049"/>
                  </a:cubicBezTo>
                  <a:cubicBezTo>
                    <a:pt x="981" y="5124"/>
                    <a:pt x="591" y="6592"/>
                    <a:pt x="335" y="8797"/>
                  </a:cubicBezTo>
                  <a:cubicBezTo>
                    <a:pt x="325" y="8886"/>
                    <a:pt x="244" y="8951"/>
                    <a:pt x="155" y="8941"/>
                  </a:cubicBezTo>
                  <a:cubicBezTo>
                    <a:pt x="64" y="8929"/>
                    <a:pt x="0" y="8848"/>
                    <a:pt x="11" y="8759"/>
                  </a:cubicBezTo>
                  <a:cubicBezTo>
                    <a:pt x="269" y="6518"/>
                    <a:pt x="670" y="5022"/>
                    <a:pt x="1131" y="3923"/>
                  </a:cubicBezTo>
                  <a:cubicBezTo>
                    <a:pt x="1593" y="2819"/>
                    <a:pt x="2110" y="2119"/>
                    <a:pt x="2606" y="1470"/>
                  </a:cubicBezTo>
                  <a:cubicBezTo>
                    <a:pt x="3726" y="0"/>
                    <a:pt x="4701" y="538"/>
                    <a:pt x="4705" y="5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4"/>
            <p:cNvSpPr/>
            <p:nvPr/>
          </p:nvSpPr>
          <p:spPr>
            <a:xfrm>
              <a:off x="6213696" y="3658737"/>
              <a:ext cx="205076" cy="452626"/>
            </a:xfrm>
            <a:custGeom>
              <a:avLst/>
              <a:gdLst/>
              <a:ahLst/>
              <a:cxnLst/>
              <a:rect l="l" t="t" r="r" b="b"/>
              <a:pathLst>
                <a:path w="4500" h="9932" extrusionOk="0">
                  <a:moveTo>
                    <a:pt x="4412" y="142"/>
                  </a:moveTo>
                  <a:cubicBezTo>
                    <a:pt x="4484" y="195"/>
                    <a:pt x="4500" y="298"/>
                    <a:pt x="4447" y="370"/>
                  </a:cubicBezTo>
                  <a:cubicBezTo>
                    <a:pt x="4394" y="443"/>
                    <a:pt x="4291" y="458"/>
                    <a:pt x="4218" y="404"/>
                  </a:cubicBezTo>
                  <a:lnTo>
                    <a:pt x="4211" y="398"/>
                  </a:lnTo>
                  <a:cubicBezTo>
                    <a:pt x="4137" y="361"/>
                    <a:pt x="3996" y="445"/>
                    <a:pt x="3814" y="603"/>
                  </a:cubicBezTo>
                  <a:cubicBezTo>
                    <a:pt x="3590" y="802"/>
                    <a:pt x="3331" y="1108"/>
                    <a:pt x="3067" y="1470"/>
                  </a:cubicBezTo>
                  <a:cubicBezTo>
                    <a:pt x="2516" y="2224"/>
                    <a:pt x="1941" y="3212"/>
                    <a:pt x="1564" y="3970"/>
                  </a:cubicBezTo>
                  <a:cubicBezTo>
                    <a:pt x="1366" y="4367"/>
                    <a:pt x="1167" y="5110"/>
                    <a:pt x="982" y="5984"/>
                  </a:cubicBezTo>
                  <a:cubicBezTo>
                    <a:pt x="727" y="7186"/>
                    <a:pt x="499" y="8632"/>
                    <a:pt x="336" y="9781"/>
                  </a:cubicBezTo>
                  <a:cubicBezTo>
                    <a:pt x="323" y="9871"/>
                    <a:pt x="241" y="9931"/>
                    <a:pt x="152" y="9921"/>
                  </a:cubicBezTo>
                  <a:cubicBezTo>
                    <a:pt x="60" y="9908"/>
                    <a:pt x="0" y="9825"/>
                    <a:pt x="12" y="9734"/>
                  </a:cubicBezTo>
                  <a:cubicBezTo>
                    <a:pt x="175" y="8581"/>
                    <a:pt x="404" y="7127"/>
                    <a:pt x="661" y="5916"/>
                  </a:cubicBezTo>
                  <a:cubicBezTo>
                    <a:pt x="852" y="5019"/>
                    <a:pt x="1059" y="4251"/>
                    <a:pt x="1270" y="3826"/>
                  </a:cubicBezTo>
                  <a:cubicBezTo>
                    <a:pt x="1653" y="3054"/>
                    <a:pt x="2241" y="2046"/>
                    <a:pt x="2803" y="1277"/>
                  </a:cubicBezTo>
                  <a:cubicBezTo>
                    <a:pt x="3082" y="896"/>
                    <a:pt x="3355" y="571"/>
                    <a:pt x="3597" y="358"/>
                  </a:cubicBezTo>
                  <a:cubicBezTo>
                    <a:pt x="3882" y="109"/>
                    <a:pt x="4142" y="0"/>
                    <a:pt x="4353" y="104"/>
                  </a:cubicBezTo>
                  <a:cubicBezTo>
                    <a:pt x="4374" y="116"/>
                    <a:pt x="4394" y="129"/>
                    <a:pt x="4412" y="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4"/>
            <p:cNvSpPr/>
            <p:nvPr/>
          </p:nvSpPr>
          <p:spPr>
            <a:xfrm>
              <a:off x="6359348" y="3725274"/>
              <a:ext cx="139497" cy="440139"/>
            </a:xfrm>
            <a:custGeom>
              <a:avLst/>
              <a:gdLst/>
              <a:ahLst/>
              <a:cxnLst/>
              <a:rect l="l" t="t" r="r" b="b"/>
              <a:pathLst>
                <a:path w="3061" h="9658" extrusionOk="0">
                  <a:moveTo>
                    <a:pt x="2907" y="20"/>
                  </a:moveTo>
                  <a:cubicBezTo>
                    <a:pt x="2996" y="30"/>
                    <a:pt x="3061" y="111"/>
                    <a:pt x="3049" y="202"/>
                  </a:cubicBezTo>
                  <a:cubicBezTo>
                    <a:pt x="3038" y="291"/>
                    <a:pt x="2957" y="355"/>
                    <a:pt x="2870" y="344"/>
                  </a:cubicBezTo>
                  <a:cubicBezTo>
                    <a:pt x="2801" y="337"/>
                    <a:pt x="2728" y="360"/>
                    <a:pt x="2653" y="426"/>
                  </a:cubicBezTo>
                  <a:cubicBezTo>
                    <a:pt x="2565" y="503"/>
                    <a:pt x="2475" y="626"/>
                    <a:pt x="2389" y="807"/>
                  </a:cubicBezTo>
                  <a:cubicBezTo>
                    <a:pt x="2199" y="1202"/>
                    <a:pt x="2005" y="1784"/>
                    <a:pt x="1828" y="2413"/>
                  </a:cubicBezTo>
                  <a:cubicBezTo>
                    <a:pt x="1593" y="3244"/>
                    <a:pt x="1387" y="4152"/>
                    <a:pt x="1260" y="4810"/>
                  </a:cubicBezTo>
                  <a:cubicBezTo>
                    <a:pt x="1098" y="5639"/>
                    <a:pt x="922" y="6539"/>
                    <a:pt x="765" y="7342"/>
                  </a:cubicBezTo>
                  <a:lnTo>
                    <a:pt x="339" y="9511"/>
                  </a:lnTo>
                  <a:cubicBezTo>
                    <a:pt x="320" y="9599"/>
                    <a:pt x="237" y="9657"/>
                    <a:pt x="147" y="9638"/>
                  </a:cubicBezTo>
                  <a:cubicBezTo>
                    <a:pt x="59" y="9621"/>
                    <a:pt x="0" y="9535"/>
                    <a:pt x="18" y="9446"/>
                  </a:cubicBezTo>
                  <a:lnTo>
                    <a:pt x="444" y="7279"/>
                  </a:lnTo>
                  <a:cubicBezTo>
                    <a:pt x="620" y="6376"/>
                    <a:pt x="803" y="5444"/>
                    <a:pt x="940" y="4747"/>
                  </a:cubicBezTo>
                  <a:cubicBezTo>
                    <a:pt x="1067" y="4080"/>
                    <a:pt x="1274" y="3163"/>
                    <a:pt x="1514" y="2322"/>
                  </a:cubicBezTo>
                  <a:cubicBezTo>
                    <a:pt x="1696" y="1680"/>
                    <a:pt x="1895" y="1080"/>
                    <a:pt x="2095" y="663"/>
                  </a:cubicBezTo>
                  <a:cubicBezTo>
                    <a:pt x="2204" y="438"/>
                    <a:pt x="2321" y="280"/>
                    <a:pt x="2441" y="175"/>
                  </a:cubicBezTo>
                  <a:cubicBezTo>
                    <a:pt x="2593" y="49"/>
                    <a:pt x="2750" y="1"/>
                    <a:pt x="2907" y="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4"/>
            <p:cNvSpPr/>
            <p:nvPr/>
          </p:nvSpPr>
          <p:spPr>
            <a:xfrm>
              <a:off x="5777331" y="4563050"/>
              <a:ext cx="554344" cy="421591"/>
            </a:xfrm>
            <a:custGeom>
              <a:avLst/>
              <a:gdLst/>
              <a:ahLst/>
              <a:cxnLst/>
              <a:rect l="l" t="t" r="r" b="b"/>
              <a:pathLst>
                <a:path w="12164" h="9251" extrusionOk="0">
                  <a:moveTo>
                    <a:pt x="12163" y="4218"/>
                  </a:moveTo>
                  <a:cubicBezTo>
                    <a:pt x="11614" y="3269"/>
                    <a:pt x="7445" y="306"/>
                    <a:pt x="3791" y="0"/>
                  </a:cubicBezTo>
                  <a:lnTo>
                    <a:pt x="1" y="5016"/>
                  </a:lnTo>
                  <a:lnTo>
                    <a:pt x="10757" y="9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4"/>
            <p:cNvSpPr/>
            <p:nvPr/>
          </p:nvSpPr>
          <p:spPr>
            <a:xfrm>
              <a:off x="5473631" y="4755370"/>
              <a:ext cx="810689" cy="388095"/>
            </a:xfrm>
            <a:custGeom>
              <a:avLst/>
              <a:gdLst/>
              <a:ahLst/>
              <a:cxnLst/>
              <a:rect l="l" t="t" r="r" b="b"/>
              <a:pathLst>
                <a:path w="17789" h="8516" extrusionOk="0">
                  <a:moveTo>
                    <a:pt x="17423" y="5030"/>
                  </a:moveTo>
                  <a:cubicBezTo>
                    <a:pt x="15492" y="1018"/>
                    <a:pt x="10703" y="1"/>
                    <a:pt x="6666" y="796"/>
                  </a:cubicBezTo>
                  <a:cubicBezTo>
                    <a:pt x="4409" y="1403"/>
                    <a:pt x="2769" y="3362"/>
                    <a:pt x="0" y="8515"/>
                  </a:cubicBezTo>
                  <a:lnTo>
                    <a:pt x="17455" y="8515"/>
                  </a:lnTo>
                  <a:cubicBezTo>
                    <a:pt x="17765" y="6939"/>
                    <a:pt x="17788" y="5663"/>
                    <a:pt x="17423" y="50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4"/>
            <p:cNvSpPr/>
            <p:nvPr/>
          </p:nvSpPr>
          <p:spPr>
            <a:xfrm>
              <a:off x="6145791" y="4677576"/>
              <a:ext cx="185890" cy="307068"/>
            </a:xfrm>
            <a:custGeom>
              <a:avLst/>
              <a:gdLst/>
              <a:ahLst/>
              <a:cxnLst/>
              <a:rect l="l" t="t" r="r" b="b"/>
              <a:pathLst>
                <a:path w="4079" h="6738" extrusionOk="0">
                  <a:moveTo>
                    <a:pt x="4078" y="1705"/>
                  </a:moveTo>
                  <a:cubicBezTo>
                    <a:pt x="3868" y="1344"/>
                    <a:pt x="3133" y="689"/>
                    <a:pt x="2101" y="0"/>
                  </a:cubicBezTo>
                  <a:cubicBezTo>
                    <a:pt x="323" y="3880"/>
                    <a:pt x="0" y="4406"/>
                    <a:pt x="0" y="4406"/>
                  </a:cubicBezTo>
                  <a:cubicBezTo>
                    <a:pt x="0" y="4406"/>
                    <a:pt x="52" y="4895"/>
                    <a:pt x="49" y="5704"/>
                  </a:cubicBezTo>
                  <a:lnTo>
                    <a:pt x="2674" y="6737"/>
                  </a:lnTo>
                  <a:close/>
                </a:path>
              </a:pathLst>
            </a:custGeom>
            <a:solidFill>
              <a:srgbClr val="0F2238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4"/>
            <p:cNvSpPr/>
            <p:nvPr/>
          </p:nvSpPr>
          <p:spPr>
            <a:xfrm>
              <a:off x="6121273" y="4855540"/>
              <a:ext cx="163058" cy="287927"/>
            </a:xfrm>
            <a:custGeom>
              <a:avLst/>
              <a:gdLst/>
              <a:ahLst/>
              <a:cxnLst/>
              <a:rect l="l" t="t" r="r" b="b"/>
              <a:pathLst>
                <a:path w="3578" h="6318" extrusionOk="0">
                  <a:moveTo>
                    <a:pt x="3212" y="2832"/>
                  </a:moveTo>
                  <a:cubicBezTo>
                    <a:pt x="2635" y="1630"/>
                    <a:pt x="1798" y="696"/>
                    <a:pt x="801" y="0"/>
                  </a:cubicBezTo>
                  <a:cubicBezTo>
                    <a:pt x="597" y="408"/>
                    <a:pt x="538" y="501"/>
                    <a:pt x="538" y="501"/>
                  </a:cubicBezTo>
                  <a:cubicBezTo>
                    <a:pt x="538" y="501"/>
                    <a:pt x="823" y="3151"/>
                    <a:pt x="1" y="6317"/>
                  </a:cubicBezTo>
                  <a:lnTo>
                    <a:pt x="3239" y="6317"/>
                  </a:lnTo>
                  <a:cubicBezTo>
                    <a:pt x="3554" y="4741"/>
                    <a:pt x="3577" y="3465"/>
                    <a:pt x="3212" y="2832"/>
                  </a:cubicBezTo>
                  <a:close/>
                </a:path>
              </a:pathLst>
            </a:custGeom>
            <a:solidFill>
              <a:srgbClr val="0F2238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4"/>
            <p:cNvSpPr/>
            <p:nvPr/>
          </p:nvSpPr>
          <p:spPr>
            <a:xfrm>
              <a:off x="5803126" y="4778521"/>
              <a:ext cx="457685" cy="186392"/>
            </a:xfrm>
            <a:custGeom>
              <a:avLst/>
              <a:gdLst/>
              <a:ahLst/>
              <a:cxnLst/>
              <a:rect l="l" t="t" r="r" b="b"/>
              <a:pathLst>
                <a:path w="10043" h="4090" extrusionOk="0">
                  <a:moveTo>
                    <a:pt x="9969" y="3787"/>
                  </a:moveTo>
                  <a:cubicBezTo>
                    <a:pt x="10037" y="3845"/>
                    <a:pt x="10043" y="3950"/>
                    <a:pt x="9984" y="4016"/>
                  </a:cubicBezTo>
                  <a:cubicBezTo>
                    <a:pt x="9924" y="4083"/>
                    <a:pt x="9821" y="4089"/>
                    <a:pt x="9755" y="4030"/>
                  </a:cubicBezTo>
                  <a:cubicBezTo>
                    <a:pt x="8604" y="3009"/>
                    <a:pt x="7027" y="2034"/>
                    <a:pt x="5232" y="1339"/>
                  </a:cubicBezTo>
                  <a:cubicBezTo>
                    <a:pt x="3664" y="735"/>
                    <a:pt x="1929" y="346"/>
                    <a:pt x="163" y="328"/>
                  </a:cubicBezTo>
                  <a:cubicBezTo>
                    <a:pt x="73" y="328"/>
                    <a:pt x="0" y="255"/>
                    <a:pt x="2" y="164"/>
                  </a:cubicBezTo>
                  <a:cubicBezTo>
                    <a:pt x="2" y="74"/>
                    <a:pt x="75" y="1"/>
                    <a:pt x="167" y="2"/>
                  </a:cubicBezTo>
                  <a:cubicBezTo>
                    <a:pt x="1975" y="18"/>
                    <a:pt x="3749" y="416"/>
                    <a:pt x="5348" y="1036"/>
                  </a:cubicBezTo>
                  <a:cubicBezTo>
                    <a:pt x="7182" y="1743"/>
                    <a:pt x="8792" y="2740"/>
                    <a:pt x="9969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4"/>
            <p:cNvSpPr/>
            <p:nvPr/>
          </p:nvSpPr>
          <p:spPr>
            <a:xfrm>
              <a:off x="7622867" y="3784018"/>
              <a:ext cx="232602" cy="426148"/>
            </a:xfrm>
            <a:custGeom>
              <a:avLst/>
              <a:gdLst/>
              <a:ahLst/>
              <a:cxnLst/>
              <a:rect l="l" t="t" r="r" b="b"/>
              <a:pathLst>
                <a:path w="5104" h="9351" extrusionOk="0">
                  <a:moveTo>
                    <a:pt x="1982" y="1270"/>
                  </a:moveTo>
                  <a:cubicBezTo>
                    <a:pt x="2966" y="1902"/>
                    <a:pt x="3707" y="3490"/>
                    <a:pt x="4040" y="4311"/>
                  </a:cubicBezTo>
                  <a:cubicBezTo>
                    <a:pt x="4494" y="5423"/>
                    <a:pt x="4914" y="6937"/>
                    <a:pt x="5103" y="8970"/>
                  </a:cubicBezTo>
                  <a:lnTo>
                    <a:pt x="2349" y="9350"/>
                  </a:lnTo>
                  <a:cubicBezTo>
                    <a:pt x="2433" y="7485"/>
                    <a:pt x="2367" y="6392"/>
                    <a:pt x="2095" y="5140"/>
                  </a:cubicBezTo>
                  <a:cubicBezTo>
                    <a:pt x="1838" y="3967"/>
                    <a:pt x="0" y="1"/>
                    <a:pt x="1982" y="1270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4"/>
            <p:cNvSpPr/>
            <p:nvPr/>
          </p:nvSpPr>
          <p:spPr>
            <a:xfrm>
              <a:off x="7358177" y="3725092"/>
              <a:ext cx="171444" cy="552293"/>
            </a:xfrm>
            <a:custGeom>
              <a:avLst/>
              <a:gdLst/>
              <a:ahLst/>
              <a:cxnLst/>
              <a:rect l="l" t="t" r="r" b="b"/>
              <a:pathLst>
                <a:path w="3762" h="12119" extrusionOk="0">
                  <a:moveTo>
                    <a:pt x="937" y="11652"/>
                  </a:moveTo>
                  <a:cubicBezTo>
                    <a:pt x="937" y="11652"/>
                    <a:pt x="663" y="8196"/>
                    <a:pt x="426" y="5466"/>
                  </a:cubicBezTo>
                  <a:cubicBezTo>
                    <a:pt x="325" y="4312"/>
                    <a:pt x="246" y="3284"/>
                    <a:pt x="171" y="2706"/>
                  </a:cubicBezTo>
                  <a:cubicBezTo>
                    <a:pt x="1" y="1420"/>
                    <a:pt x="920" y="0"/>
                    <a:pt x="1576" y="1367"/>
                  </a:cubicBezTo>
                  <a:cubicBezTo>
                    <a:pt x="2028" y="2307"/>
                    <a:pt x="2492" y="4246"/>
                    <a:pt x="2719" y="5411"/>
                  </a:cubicBezTo>
                  <a:cubicBezTo>
                    <a:pt x="3128" y="7500"/>
                    <a:pt x="3762" y="10730"/>
                    <a:pt x="3762" y="10730"/>
                  </a:cubicBezTo>
                  <a:cubicBezTo>
                    <a:pt x="3762" y="10730"/>
                    <a:pt x="2631" y="12119"/>
                    <a:pt x="937" y="11652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4"/>
            <p:cNvSpPr/>
            <p:nvPr/>
          </p:nvSpPr>
          <p:spPr>
            <a:xfrm>
              <a:off x="7558016" y="3748380"/>
              <a:ext cx="228592" cy="660619"/>
            </a:xfrm>
            <a:custGeom>
              <a:avLst/>
              <a:gdLst/>
              <a:ahLst/>
              <a:cxnLst/>
              <a:rect l="l" t="t" r="r" b="b"/>
              <a:pathLst>
                <a:path w="5016" h="14496" extrusionOk="0">
                  <a:moveTo>
                    <a:pt x="1" y="474"/>
                  </a:moveTo>
                  <a:cubicBezTo>
                    <a:pt x="1" y="474"/>
                    <a:pt x="858" y="0"/>
                    <a:pt x="1894" y="1361"/>
                  </a:cubicBezTo>
                  <a:cubicBezTo>
                    <a:pt x="2931" y="2720"/>
                    <a:pt x="4069" y="4300"/>
                    <a:pt x="4543" y="9398"/>
                  </a:cubicBezTo>
                  <a:cubicBezTo>
                    <a:pt x="5015" y="14495"/>
                    <a:pt x="1608" y="9831"/>
                    <a:pt x="1608" y="9831"/>
                  </a:cubicBezTo>
                  <a:cubicBezTo>
                    <a:pt x="1608" y="9831"/>
                    <a:pt x="425" y="3882"/>
                    <a:pt x="1" y="474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4"/>
            <p:cNvSpPr/>
            <p:nvPr/>
          </p:nvSpPr>
          <p:spPr>
            <a:xfrm>
              <a:off x="7456251" y="3681387"/>
              <a:ext cx="225766" cy="543042"/>
            </a:xfrm>
            <a:custGeom>
              <a:avLst/>
              <a:gdLst/>
              <a:ahLst/>
              <a:cxnLst/>
              <a:rect l="l" t="t" r="r" b="b"/>
              <a:pathLst>
                <a:path w="4954" h="11916" extrusionOk="0">
                  <a:moveTo>
                    <a:pt x="1391" y="11100"/>
                  </a:moveTo>
                  <a:cubicBezTo>
                    <a:pt x="1696" y="8119"/>
                    <a:pt x="1528" y="4933"/>
                    <a:pt x="413" y="2128"/>
                  </a:cubicBezTo>
                  <a:cubicBezTo>
                    <a:pt x="289" y="1814"/>
                    <a:pt x="1" y="799"/>
                    <a:pt x="545" y="401"/>
                  </a:cubicBezTo>
                  <a:cubicBezTo>
                    <a:pt x="1093" y="1"/>
                    <a:pt x="2678" y="2483"/>
                    <a:pt x="3443" y="4027"/>
                  </a:cubicBezTo>
                  <a:cubicBezTo>
                    <a:pt x="4210" y="5570"/>
                    <a:pt x="4954" y="11915"/>
                    <a:pt x="4954" y="11915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7189921" y="4094874"/>
              <a:ext cx="712663" cy="691061"/>
            </a:xfrm>
            <a:custGeom>
              <a:avLst/>
              <a:gdLst/>
              <a:ahLst/>
              <a:cxnLst/>
              <a:rect l="l" t="t" r="r" b="b"/>
              <a:pathLst>
                <a:path w="15638" h="15164" extrusionOk="0">
                  <a:moveTo>
                    <a:pt x="4643" y="1768"/>
                  </a:moveTo>
                  <a:cubicBezTo>
                    <a:pt x="7153" y="998"/>
                    <a:pt x="12386" y="0"/>
                    <a:pt x="14550" y="1744"/>
                  </a:cubicBezTo>
                  <a:cubicBezTo>
                    <a:pt x="14550" y="1744"/>
                    <a:pt x="15638" y="9874"/>
                    <a:pt x="14685" y="11967"/>
                  </a:cubicBezTo>
                  <a:cubicBezTo>
                    <a:pt x="13448" y="14693"/>
                    <a:pt x="9977" y="15163"/>
                    <a:pt x="7606" y="13678"/>
                  </a:cubicBezTo>
                  <a:lnTo>
                    <a:pt x="7606" y="13678"/>
                  </a:lnTo>
                  <a:cubicBezTo>
                    <a:pt x="2012" y="10515"/>
                    <a:pt x="849" y="6982"/>
                    <a:pt x="541" y="5369"/>
                  </a:cubicBezTo>
                  <a:cubicBezTo>
                    <a:pt x="341" y="4331"/>
                    <a:pt x="1" y="2271"/>
                    <a:pt x="105" y="1000"/>
                  </a:cubicBezTo>
                  <a:cubicBezTo>
                    <a:pt x="1965" y="138"/>
                    <a:pt x="2220" y="2653"/>
                    <a:pt x="3161" y="4287"/>
                  </a:cubicBezTo>
                  <a:cubicBezTo>
                    <a:pt x="3448" y="4781"/>
                    <a:pt x="4063" y="5298"/>
                    <a:pt x="4678" y="5699"/>
                  </a:cubicBezTo>
                  <a:cubicBezTo>
                    <a:pt x="4625" y="4491"/>
                    <a:pt x="4619" y="3172"/>
                    <a:pt x="4643" y="1768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4"/>
            <p:cNvSpPr/>
            <p:nvPr/>
          </p:nvSpPr>
          <p:spPr>
            <a:xfrm>
              <a:off x="7202089" y="4263861"/>
              <a:ext cx="674746" cy="521987"/>
            </a:xfrm>
            <a:custGeom>
              <a:avLst/>
              <a:gdLst/>
              <a:ahLst/>
              <a:cxnLst/>
              <a:rect l="l" t="t" r="r" b="b"/>
              <a:pathLst>
                <a:path w="14806" h="11454" extrusionOk="0">
                  <a:moveTo>
                    <a:pt x="14806" y="5548"/>
                  </a:moveTo>
                  <a:cubicBezTo>
                    <a:pt x="14784" y="6705"/>
                    <a:pt x="14675" y="7698"/>
                    <a:pt x="14421" y="8258"/>
                  </a:cubicBezTo>
                  <a:cubicBezTo>
                    <a:pt x="13182" y="10984"/>
                    <a:pt x="9712" y="11454"/>
                    <a:pt x="7341" y="9968"/>
                  </a:cubicBezTo>
                  <a:lnTo>
                    <a:pt x="7341" y="9968"/>
                  </a:lnTo>
                  <a:cubicBezTo>
                    <a:pt x="1746" y="6804"/>
                    <a:pt x="585" y="3272"/>
                    <a:pt x="277" y="1659"/>
                  </a:cubicBezTo>
                  <a:cubicBezTo>
                    <a:pt x="196" y="1235"/>
                    <a:pt x="89" y="643"/>
                    <a:pt x="1" y="0"/>
                  </a:cubicBezTo>
                  <a:cubicBezTo>
                    <a:pt x="1826" y="4902"/>
                    <a:pt x="5598" y="8080"/>
                    <a:pt x="9064" y="7477"/>
                  </a:cubicBezTo>
                  <a:cubicBezTo>
                    <a:pt x="11327" y="7086"/>
                    <a:pt x="13380" y="6247"/>
                    <a:pt x="14806" y="5548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4"/>
            <p:cNvSpPr/>
            <p:nvPr/>
          </p:nvSpPr>
          <p:spPr>
            <a:xfrm>
              <a:off x="7549585" y="3738946"/>
              <a:ext cx="219432" cy="408056"/>
            </a:xfrm>
            <a:custGeom>
              <a:avLst/>
              <a:gdLst/>
              <a:ahLst/>
              <a:cxnLst/>
              <a:rect l="l" t="t" r="r" b="b"/>
              <a:pathLst>
                <a:path w="4815" h="8954" extrusionOk="0">
                  <a:moveTo>
                    <a:pt x="263" y="827"/>
                  </a:moveTo>
                  <a:cubicBezTo>
                    <a:pt x="183" y="868"/>
                    <a:pt x="84" y="837"/>
                    <a:pt x="43" y="758"/>
                  </a:cubicBezTo>
                  <a:cubicBezTo>
                    <a:pt x="1" y="677"/>
                    <a:pt x="32" y="580"/>
                    <a:pt x="111" y="538"/>
                  </a:cubicBezTo>
                  <a:cubicBezTo>
                    <a:pt x="112" y="536"/>
                    <a:pt x="1089" y="0"/>
                    <a:pt x="2210" y="1470"/>
                  </a:cubicBezTo>
                  <a:cubicBezTo>
                    <a:pt x="2705" y="2120"/>
                    <a:pt x="3224" y="2820"/>
                    <a:pt x="3685" y="3926"/>
                  </a:cubicBezTo>
                  <a:cubicBezTo>
                    <a:pt x="4143" y="5025"/>
                    <a:pt x="4544" y="6520"/>
                    <a:pt x="4804" y="8761"/>
                  </a:cubicBezTo>
                  <a:cubicBezTo>
                    <a:pt x="4814" y="8851"/>
                    <a:pt x="4750" y="8932"/>
                    <a:pt x="4662" y="8942"/>
                  </a:cubicBezTo>
                  <a:cubicBezTo>
                    <a:pt x="4572" y="8954"/>
                    <a:pt x="4491" y="8888"/>
                    <a:pt x="4480" y="8799"/>
                  </a:cubicBezTo>
                  <a:cubicBezTo>
                    <a:pt x="4224" y="6593"/>
                    <a:pt x="3834" y="5125"/>
                    <a:pt x="3385" y="4052"/>
                  </a:cubicBezTo>
                  <a:cubicBezTo>
                    <a:pt x="2938" y="2985"/>
                    <a:pt x="2433" y="2304"/>
                    <a:pt x="1949" y="1671"/>
                  </a:cubicBezTo>
                  <a:cubicBezTo>
                    <a:pt x="999" y="419"/>
                    <a:pt x="265" y="827"/>
                    <a:pt x="263" y="8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4"/>
            <p:cNvSpPr/>
            <p:nvPr/>
          </p:nvSpPr>
          <p:spPr>
            <a:xfrm>
              <a:off x="7472657" y="3687357"/>
              <a:ext cx="205167" cy="452672"/>
            </a:xfrm>
            <a:custGeom>
              <a:avLst/>
              <a:gdLst/>
              <a:ahLst/>
              <a:cxnLst/>
              <a:rect l="l" t="t" r="r" b="b"/>
              <a:pathLst>
                <a:path w="4502" h="9933" extrusionOk="0">
                  <a:moveTo>
                    <a:pt x="282" y="403"/>
                  </a:moveTo>
                  <a:cubicBezTo>
                    <a:pt x="209" y="455"/>
                    <a:pt x="109" y="439"/>
                    <a:pt x="53" y="367"/>
                  </a:cubicBezTo>
                  <a:cubicBezTo>
                    <a:pt x="0" y="294"/>
                    <a:pt x="17" y="193"/>
                    <a:pt x="89" y="140"/>
                  </a:cubicBezTo>
                  <a:cubicBezTo>
                    <a:pt x="106" y="127"/>
                    <a:pt x="125" y="116"/>
                    <a:pt x="146" y="105"/>
                  </a:cubicBezTo>
                  <a:cubicBezTo>
                    <a:pt x="356" y="0"/>
                    <a:pt x="617" y="106"/>
                    <a:pt x="902" y="359"/>
                  </a:cubicBezTo>
                  <a:cubicBezTo>
                    <a:pt x="1144" y="571"/>
                    <a:pt x="1417" y="896"/>
                    <a:pt x="1696" y="1278"/>
                  </a:cubicBezTo>
                  <a:cubicBezTo>
                    <a:pt x="2257" y="2047"/>
                    <a:pt x="2844" y="3052"/>
                    <a:pt x="3230" y="3826"/>
                  </a:cubicBezTo>
                  <a:cubicBezTo>
                    <a:pt x="3442" y="4252"/>
                    <a:pt x="3649" y="5021"/>
                    <a:pt x="3839" y="5916"/>
                  </a:cubicBezTo>
                  <a:cubicBezTo>
                    <a:pt x="4096" y="7128"/>
                    <a:pt x="4324" y="8579"/>
                    <a:pt x="4488" y="9735"/>
                  </a:cubicBezTo>
                  <a:cubicBezTo>
                    <a:pt x="4501" y="9824"/>
                    <a:pt x="4440" y="9908"/>
                    <a:pt x="4349" y="9920"/>
                  </a:cubicBezTo>
                  <a:cubicBezTo>
                    <a:pt x="4259" y="9933"/>
                    <a:pt x="4177" y="9871"/>
                    <a:pt x="4164" y="9780"/>
                  </a:cubicBezTo>
                  <a:cubicBezTo>
                    <a:pt x="4001" y="8631"/>
                    <a:pt x="3773" y="7186"/>
                    <a:pt x="3519" y="5984"/>
                  </a:cubicBezTo>
                  <a:cubicBezTo>
                    <a:pt x="3334" y="5111"/>
                    <a:pt x="3136" y="4369"/>
                    <a:pt x="2938" y="3970"/>
                  </a:cubicBezTo>
                  <a:cubicBezTo>
                    <a:pt x="2562" y="3211"/>
                    <a:pt x="1985" y="2224"/>
                    <a:pt x="1435" y="1470"/>
                  </a:cubicBezTo>
                  <a:cubicBezTo>
                    <a:pt x="1169" y="1107"/>
                    <a:pt x="912" y="800"/>
                    <a:pt x="689" y="604"/>
                  </a:cubicBezTo>
                  <a:cubicBezTo>
                    <a:pt x="507" y="444"/>
                    <a:pt x="365" y="362"/>
                    <a:pt x="291" y="3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4"/>
            <p:cNvSpPr/>
            <p:nvPr/>
          </p:nvSpPr>
          <p:spPr>
            <a:xfrm>
              <a:off x="7392631" y="3753849"/>
              <a:ext cx="139634" cy="440139"/>
            </a:xfrm>
            <a:custGeom>
              <a:avLst/>
              <a:gdLst/>
              <a:ahLst/>
              <a:cxnLst/>
              <a:rect l="l" t="t" r="r" b="b"/>
              <a:pathLst>
                <a:path w="3064" h="9658" extrusionOk="0">
                  <a:moveTo>
                    <a:pt x="192" y="343"/>
                  </a:moveTo>
                  <a:cubicBezTo>
                    <a:pt x="101" y="353"/>
                    <a:pt x="20" y="288"/>
                    <a:pt x="11" y="200"/>
                  </a:cubicBezTo>
                  <a:cubicBezTo>
                    <a:pt x="1" y="111"/>
                    <a:pt x="67" y="30"/>
                    <a:pt x="155" y="18"/>
                  </a:cubicBezTo>
                  <a:cubicBezTo>
                    <a:pt x="310" y="1"/>
                    <a:pt x="468" y="48"/>
                    <a:pt x="620" y="178"/>
                  </a:cubicBezTo>
                  <a:cubicBezTo>
                    <a:pt x="742" y="282"/>
                    <a:pt x="860" y="441"/>
                    <a:pt x="967" y="666"/>
                  </a:cubicBezTo>
                  <a:cubicBezTo>
                    <a:pt x="1166" y="1083"/>
                    <a:pt x="1367" y="1683"/>
                    <a:pt x="1550" y="2324"/>
                  </a:cubicBezTo>
                  <a:cubicBezTo>
                    <a:pt x="1786" y="3166"/>
                    <a:pt x="1993" y="4083"/>
                    <a:pt x="2124" y="4750"/>
                  </a:cubicBezTo>
                  <a:cubicBezTo>
                    <a:pt x="2259" y="5447"/>
                    <a:pt x="2441" y="6379"/>
                    <a:pt x="2618" y="7282"/>
                  </a:cubicBezTo>
                  <a:lnTo>
                    <a:pt x="3044" y="9449"/>
                  </a:lnTo>
                  <a:cubicBezTo>
                    <a:pt x="3063" y="9537"/>
                    <a:pt x="3004" y="9623"/>
                    <a:pt x="2916" y="9641"/>
                  </a:cubicBezTo>
                  <a:cubicBezTo>
                    <a:pt x="2828" y="9657"/>
                    <a:pt x="2742" y="9601"/>
                    <a:pt x="2725" y="9513"/>
                  </a:cubicBezTo>
                  <a:lnTo>
                    <a:pt x="2300" y="7345"/>
                  </a:lnTo>
                  <a:cubicBezTo>
                    <a:pt x="2141" y="6541"/>
                    <a:pt x="1965" y="5642"/>
                    <a:pt x="1803" y="4813"/>
                  </a:cubicBezTo>
                  <a:cubicBezTo>
                    <a:pt x="1676" y="4155"/>
                    <a:pt x="1472" y="3248"/>
                    <a:pt x="1237" y="2415"/>
                  </a:cubicBezTo>
                  <a:cubicBezTo>
                    <a:pt x="1059" y="1786"/>
                    <a:pt x="864" y="1204"/>
                    <a:pt x="676" y="809"/>
                  </a:cubicBezTo>
                  <a:cubicBezTo>
                    <a:pt x="589" y="629"/>
                    <a:pt x="500" y="504"/>
                    <a:pt x="412" y="429"/>
                  </a:cubicBezTo>
                  <a:cubicBezTo>
                    <a:pt x="333" y="360"/>
                    <a:pt x="259" y="335"/>
                    <a:pt x="192" y="3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4"/>
            <p:cNvSpPr/>
            <p:nvPr/>
          </p:nvSpPr>
          <p:spPr>
            <a:xfrm>
              <a:off x="7561753" y="4591534"/>
              <a:ext cx="554481" cy="421591"/>
            </a:xfrm>
            <a:custGeom>
              <a:avLst/>
              <a:gdLst/>
              <a:ahLst/>
              <a:cxnLst/>
              <a:rect l="l" t="t" r="r" b="b"/>
              <a:pathLst>
                <a:path w="12167" h="9251" extrusionOk="0">
                  <a:moveTo>
                    <a:pt x="1" y="4220"/>
                  </a:moveTo>
                  <a:cubicBezTo>
                    <a:pt x="1183" y="2794"/>
                    <a:pt x="3887" y="696"/>
                    <a:pt x="8373" y="1"/>
                  </a:cubicBezTo>
                  <a:lnTo>
                    <a:pt x="12166" y="5017"/>
                  </a:lnTo>
                  <a:lnTo>
                    <a:pt x="1407" y="925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4"/>
            <p:cNvSpPr/>
            <p:nvPr/>
          </p:nvSpPr>
          <p:spPr>
            <a:xfrm>
              <a:off x="7610289" y="4783899"/>
              <a:ext cx="794238" cy="359567"/>
            </a:xfrm>
            <a:custGeom>
              <a:avLst/>
              <a:gdLst/>
              <a:ahLst/>
              <a:cxnLst/>
              <a:rect l="l" t="t" r="r" b="b"/>
              <a:pathLst>
                <a:path w="17428" h="7890" extrusionOk="0">
                  <a:moveTo>
                    <a:pt x="342" y="5030"/>
                  </a:moveTo>
                  <a:cubicBezTo>
                    <a:pt x="2273" y="1019"/>
                    <a:pt x="7061" y="0"/>
                    <a:pt x="11101" y="796"/>
                  </a:cubicBezTo>
                  <a:cubicBezTo>
                    <a:pt x="13264" y="1376"/>
                    <a:pt x="14861" y="3200"/>
                    <a:pt x="17427" y="7889"/>
                  </a:cubicBezTo>
                  <a:lnTo>
                    <a:pt x="203" y="7889"/>
                  </a:lnTo>
                  <a:cubicBezTo>
                    <a:pt x="0" y="6602"/>
                    <a:pt x="27" y="5577"/>
                    <a:pt x="342" y="50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4"/>
            <p:cNvSpPr/>
            <p:nvPr/>
          </p:nvSpPr>
          <p:spPr>
            <a:xfrm>
              <a:off x="7561753" y="4685779"/>
              <a:ext cx="221756" cy="327393"/>
            </a:xfrm>
            <a:custGeom>
              <a:avLst/>
              <a:gdLst/>
              <a:ahLst/>
              <a:cxnLst/>
              <a:rect l="l" t="t" r="r" b="b"/>
              <a:pathLst>
                <a:path w="4866" h="7184" extrusionOk="0">
                  <a:moveTo>
                    <a:pt x="1" y="2152"/>
                  </a:moveTo>
                  <a:cubicBezTo>
                    <a:pt x="535" y="1509"/>
                    <a:pt x="1379" y="726"/>
                    <a:pt x="2557" y="1"/>
                  </a:cubicBezTo>
                  <a:cubicBezTo>
                    <a:pt x="3278" y="3198"/>
                    <a:pt x="4866" y="4320"/>
                    <a:pt x="4866" y="4320"/>
                  </a:cubicBezTo>
                  <a:cubicBezTo>
                    <a:pt x="4866" y="4320"/>
                    <a:pt x="4810" y="4892"/>
                    <a:pt x="4842" y="5832"/>
                  </a:cubicBezTo>
                  <a:lnTo>
                    <a:pt x="1407" y="7184"/>
                  </a:lnTo>
                  <a:close/>
                </a:path>
              </a:pathLst>
            </a:custGeom>
            <a:solidFill>
              <a:srgbClr val="0F2238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4"/>
            <p:cNvSpPr/>
            <p:nvPr/>
          </p:nvSpPr>
          <p:spPr>
            <a:xfrm>
              <a:off x="7610289" y="4865567"/>
              <a:ext cx="200884" cy="277901"/>
            </a:xfrm>
            <a:custGeom>
              <a:avLst/>
              <a:gdLst/>
              <a:ahLst/>
              <a:cxnLst/>
              <a:rect l="l" t="t" r="r" b="b"/>
              <a:pathLst>
                <a:path w="4408" h="6098" extrusionOk="0">
                  <a:moveTo>
                    <a:pt x="342" y="3238"/>
                  </a:moveTo>
                  <a:cubicBezTo>
                    <a:pt x="1041" y="1784"/>
                    <a:pt x="2117" y="724"/>
                    <a:pt x="3396" y="1"/>
                  </a:cubicBezTo>
                  <a:cubicBezTo>
                    <a:pt x="3639" y="259"/>
                    <a:pt x="3801" y="375"/>
                    <a:pt x="3801" y="375"/>
                  </a:cubicBezTo>
                  <a:cubicBezTo>
                    <a:pt x="3801" y="375"/>
                    <a:pt x="3551" y="2920"/>
                    <a:pt x="4407" y="6097"/>
                  </a:cubicBezTo>
                  <a:lnTo>
                    <a:pt x="201" y="6097"/>
                  </a:lnTo>
                  <a:cubicBezTo>
                    <a:pt x="0" y="4810"/>
                    <a:pt x="27" y="3785"/>
                    <a:pt x="342" y="3238"/>
                  </a:cubicBezTo>
                  <a:close/>
                </a:path>
              </a:pathLst>
            </a:custGeom>
            <a:solidFill>
              <a:srgbClr val="0F2238">
                <a:alpha val="215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4"/>
            <p:cNvSpPr/>
            <p:nvPr/>
          </p:nvSpPr>
          <p:spPr>
            <a:xfrm>
              <a:off x="7638225" y="4807096"/>
              <a:ext cx="457548" cy="186300"/>
            </a:xfrm>
            <a:custGeom>
              <a:avLst/>
              <a:gdLst/>
              <a:ahLst/>
              <a:cxnLst/>
              <a:rect l="l" t="t" r="r" b="b"/>
              <a:pathLst>
                <a:path w="10040" h="4088" extrusionOk="0">
                  <a:moveTo>
                    <a:pt x="290" y="4029"/>
                  </a:moveTo>
                  <a:cubicBezTo>
                    <a:pt x="223" y="4087"/>
                    <a:pt x="120" y="4082"/>
                    <a:pt x="60" y="4014"/>
                  </a:cubicBezTo>
                  <a:cubicBezTo>
                    <a:pt x="1" y="3947"/>
                    <a:pt x="7" y="3844"/>
                    <a:pt x="74" y="3785"/>
                  </a:cubicBezTo>
                  <a:cubicBezTo>
                    <a:pt x="1252" y="2738"/>
                    <a:pt x="2861" y="1743"/>
                    <a:pt x="4694" y="1034"/>
                  </a:cubicBezTo>
                  <a:cubicBezTo>
                    <a:pt x="6296" y="416"/>
                    <a:pt x="8069" y="18"/>
                    <a:pt x="9876" y="0"/>
                  </a:cubicBezTo>
                  <a:cubicBezTo>
                    <a:pt x="9966" y="0"/>
                    <a:pt x="10039" y="72"/>
                    <a:pt x="10039" y="162"/>
                  </a:cubicBezTo>
                  <a:cubicBezTo>
                    <a:pt x="10039" y="253"/>
                    <a:pt x="9969" y="326"/>
                    <a:pt x="9878" y="328"/>
                  </a:cubicBezTo>
                  <a:cubicBezTo>
                    <a:pt x="8113" y="344"/>
                    <a:pt x="6379" y="735"/>
                    <a:pt x="4810" y="1339"/>
                  </a:cubicBezTo>
                  <a:cubicBezTo>
                    <a:pt x="3016" y="2032"/>
                    <a:pt x="1441" y="3007"/>
                    <a:pt x="290" y="40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4"/>
            <p:cNvSpPr/>
            <p:nvPr/>
          </p:nvSpPr>
          <p:spPr>
            <a:xfrm>
              <a:off x="5769402" y="1780975"/>
              <a:ext cx="510868" cy="525223"/>
            </a:xfrm>
            <a:custGeom>
              <a:avLst/>
              <a:gdLst/>
              <a:ahLst/>
              <a:cxnLst/>
              <a:rect l="l" t="t" r="r" b="b"/>
              <a:pathLst>
                <a:path w="11210" h="11525" extrusionOk="0">
                  <a:moveTo>
                    <a:pt x="874" y="0"/>
                  </a:moveTo>
                  <a:lnTo>
                    <a:pt x="10337" y="0"/>
                  </a:lnTo>
                  <a:cubicBezTo>
                    <a:pt x="10818" y="0"/>
                    <a:pt x="11210" y="392"/>
                    <a:pt x="11210" y="874"/>
                  </a:cubicBezTo>
                  <a:lnTo>
                    <a:pt x="11210" y="10651"/>
                  </a:lnTo>
                  <a:cubicBezTo>
                    <a:pt x="11210" y="11131"/>
                    <a:pt x="10818" y="11524"/>
                    <a:pt x="10337" y="11524"/>
                  </a:cubicBezTo>
                  <a:lnTo>
                    <a:pt x="874" y="11524"/>
                  </a:lnTo>
                  <a:cubicBezTo>
                    <a:pt x="394" y="11524"/>
                    <a:pt x="0" y="11131"/>
                    <a:pt x="0" y="10651"/>
                  </a:cubicBezTo>
                  <a:lnTo>
                    <a:pt x="0" y="874"/>
                  </a:lnTo>
                  <a:cubicBezTo>
                    <a:pt x="2" y="392"/>
                    <a:pt x="395" y="0"/>
                    <a:pt x="8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4"/>
            <p:cNvSpPr/>
            <p:nvPr/>
          </p:nvSpPr>
          <p:spPr>
            <a:xfrm>
              <a:off x="6085179" y="2352238"/>
              <a:ext cx="188625" cy="193865"/>
            </a:xfrm>
            <a:custGeom>
              <a:avLst/>
              <a:gdLst/>
              <a:ahLst/>
              <a:cxnLst/>
              <a:rect l="l" t="t" r="r" b="b"/>
              <a:pathLst>
                <a:path w="4139" h="4254" extrusionOk="0">
                  <a:moveTo>
                    <a:pt x="323" y="1"/>
                  </a:moveTo>
                  <a:lnTo>
                    <a:pt x="3816" y="1"/>
                  </a:lnTo>
                  <a:cubicBezTo>
                    <a:pt x="3993" y="1"/>
                    <a:pt x="4139" y="145"/>
                    <a:pt x="4139" y="324"/>
                  </a:cubicBezTo>
                  <a:lnTo>
                    <a:pt x="4139" y="3931"/>
                  </a:lnTo>
                  <a:cubicBezTo>
                    <a:pt x="4139" y="4108"/>
                    <a:pt x="3993" y="4254"/>
                    <a:pt x="3816" y="4254"/>
                  </a:cubicBezTo>
                  <a:lnTo>
                    <a:pt x="323" y="4254"/>
                  </a:lnTo>
                  <a:cubicBezTo>
                    <a:pt x="146" y="4254"/>
                    <a:pt x="0" y="4108"/>
                    <a:pt x="0" y="3931"/>
                  </a:cubicBezTo>
                  <a:lnTo>
                    <a:pt x="0" y="322"/>
                  </a:lnTo>
                  <a:cubicBezTo>
                    <a:pt x="0" y="145"/>
                    <a:pt x="146" y="1"/>
                    <a:pt x="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4"/>
            <p:cNvSpPr/>
            <p:nvPr/>
          </p:nvSpPr>
          <p:spPr>
            <a:xfrm>
              <a:off x="6346132" y="2251247"/>
              <a:ext cx="147700" cy="151620"/>
            </a:xfrm>
            <a:custGeom>
              <a:avLst/>
              <a:gdLst/>
              <a:ahLst/>
              <a:cxnLst/>
              <a:rect l="l" t="t" r="r" b="b"/>
              <a:pathLst>
                <a:path w="3241" h="3327" extrusionOk="0">
                  <a:moveTo>
                    <a:pt x="255" y="0"/>
                  </a:moveTo>
                  <a:lnTo>
                    <a:pt x="2988" y="0"/>
                  </a:lnTo>
                  <a:cubicBezTo>
                    <a:pt x="3128" y="0"/>
                    <a:pt x="3241" y="113"/>
                    <a:pt x="3241" y="251"/>
                  </a:cubicBezTo>
                  <a:lnTo>
                    <a:pt x="3241" y="3074"/>
                  </a:lnTo>
                  <a:cubicBezTo>
                    <a:pt x="3241" y="3215"/>
                    <a:pt x="3126" y="3327"/>
                    <a:pt x="2988" y="3327"/>
                  </a:cubicBezTo>
                  <a:lnTo>
                    <a:pt x="255" y="3327"/>
                  </a:lnTo>
                  <a:cubicBezTo>
                    <a:pt x="115" y="3327"/>
                    <a:pt x="1" y="3212"/>
                    <a:pt x="1" y="3074"/>
                  </a:cubicBezTo>
                  <a:lnTo>
                    <a:pt x="1" y="251"/>
                  </a:lnTo>
                  <a:cubicBezTo>
                    <a:pt x="1" y="113"/>
                    <a:pt x="115" y="0"/>
                    <a:pt x="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4"/>
            <p:cNvSpPr/>
            <p:nvPr/>
          </p:nvSpPr>
          <p:spPr>
            <a:xfrm>
              <a:off x="7663792" y="2282009"/>
              <a:ext cx="510959" cy="525223"/>
            </a:xfrm>
            <a:custGeom>
              <a:avLst/>
              <a:gdLst/>
              <a:ahLst/>
              <a:cxnLst/>
              <a:rect l="l" t="t" r="r" b="b"/>
              <a:pathLst>
                <a:path w="11212" h="11525" extrusionOk="0">
                  <a:moveTo>
                    <a:pt x="874" y="0"/>
                  </a:moveTo>
                  <a:lnTo>
                    <a:pt x="10338" y="0"/>
                  </a:lnTo>
                  <a:cubicBezTo>
                    <a:pt x="10818" y="0"/>
                    <a:pt x="11212" y="392"/>
                    <a:pt x="11212" y="874"/>
                  </a:cubicBezTo>
                  <a:lnTo>
                    <a:pt x="11212" y="10651"/>
                  </a:lnTo>
                  <a:cubicBezTo>
                    <a:pt x="11212" y="11131"/>
                    <a:pt x="10818" y="11524"/>
                    <a:pt x="10338" y="11524"/>
                  </a:cubicBezTo>
                  <a:lnTo>
                    <a:pt x="874" y="11524"/>
                  </a:lnTo>
                  <a:cubicBezTo>
                    <a:pt x="394" y="11524"/>
                    <a:pt x="1" y="11131"/>
                    <a:pt x="1" y="10651"/>
                  </a:cubicBezTo>
                  <a:lnTo>
                    <a:pt x="1" y="874"/>
                  </a:lnTo>
                  <a:cubicBezTo>
                    <a:pt x="1" y="392"/>
                    <a:pt x="396" y="0"/>
                    <a:pt x="8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4"/>
            <p:cNvSpPr/>
            <p:nvPr/>
          </p:nvSpPr>
          <p:spPr>
            <a:xfrm>
              <a:off x="7610425" y="2859561"/>
              <a:ext cx="188488" cy="193911"/>
            </a:xfrm>
            <a:custGeom>
              <a:avLst/>
              <a:gdLst/>
              <a:ahLst/>
              <a:cxnLst/>
              <a:rect l="l" t="t" r="r" b="b"/>
              <a:pathLst>
                <a:path w="4136" h="4255" extrusionOk="0">
                  <a:moveTo>
                    <a:pt x="320" y="1"/>
                  </a:moveTo>
                  <a:lnTo>
                    <a:pt x="3814" y="1"/>
                  </a:lnTo>
                  <a:cubicBezTo>
                    <a:pt x="3993" y="1"/>
                    <a:pt x="4136" y="146"/>
                    <a:pt x="4136" y="322"/>
                  </a:cubicBezTo>
                  <a:lnTo>
                    <a:pt x="4136" y="3932"/>
                  </a:lnTo>
                  <a:cubicBezTo>
                    <a:pt x="4136" y="4110"/>
                    <a:pt x="3990" y="4255"/>
                    <a:pt x="3814" y="4255"/>
                  </a:cubicBezTo>
                  <a:lnTo>
                    <a:pt x="320" y="4255"/>
                  </a:lnTo>
                  <a:cubicBezTo>
                    <a:pt x="144" y="4255"/>
                    <a:pt x="0" y="4110"/>
                    <a:pt x="0" y="3932"/>
                  </a:cubicBezTo>
                  <a:lnTo>
                    <a:pt x="0" y="322"/>
                  </a:lnTo>
                  <a:cubicBezTo>
                    <a:pt x="0" y="146"/>
                    <a:pt x="144" y="1"/>
                    <a:pt x="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4"/>
            <p:cNvSpPr/>
            <p:nvPr/>
          </p:nvSpPr>
          <p:spPr>
            <a:xfrm>
              <a:off x="7448959" y="2693127"/>
              <a:ext cx="147655" cy="151620"/>
            </a:xfrm>
            <a:custGeom>
              <a:avLst/>
              <a:gdLst/>
              <a:ahLst/>
              <a:cxnLst/>
              <a:rect l="l" t="t" r="r" b="b"/>
              <a:pathLst>
                <a:path w="3240" h="3327" extrusionOk="0">
                  <a:moveTo>
                    <a:pt x="255" y="0"/>
                  </a:moveTo>
                  <a:lnTo>
                    <a:pt x="2988" y="0"/>
                  </a:lnTo>
                  <a:cubicBezTo>
                    <a:pt x="3128" y="0"/>
                    <a:pt x="3239" y="113"/>
                    <a:pt x="3239" y="251"/>
                  </a:cubicBezTo>
                  <a:lnTo>
                    <a:pt x="3239" y="3074"/>
                  </a:lnTo>
                  <a:cubicBezTo>
                    <a:pt x="3239" y="3215"/>
                    <a:pt x="3126" y="3327"/>
                    <a:pt x="2988" y="3327"/>
                  </a:cubicBezTo>
                  <a:lnTo>
                    <a:pt x="255" y="3327"/>
                  </a:lnTo>
                  <a:cubicBezTo>
                    <a:pt x="117" y="3327"/>
                    <a:pt x="2" y="3212"/>
                    <a:pt x="2" y="3074"/>
                  </a:cubicBezTo>
                  <a:lnTo>
                    <a:pt x="2" y="251"/>
                  </a:lnTo>
                  <a:cubicBezTo>
                    <a:pt x="1" y="113"/>
                    <a:pt x="115" y="0"/>
                    <a:pt x="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4"/>
            <p:cNvSpPr/>
            <p:nvPr/>
          </p:nvSpPr>
          <p:spPr>
            <a:xfrm>
              <a:off x="6241905" y="1383985"/>
              <a:ext cx="341338" cy="232921"/>
            </a:xfrm>
            <a:custGeom>
              <a:avLst/>
              <a:gdLst/>
              <a:ahLst/>
              <a:cxnLst/>
              <a:rect l="l" t="t" r="r" b="b"/>
              <a:pathLst>
                <a:path w="7490" h="5111" extrusionOk="0">
                  <a:moveTo>
                    <a:pt x="437" y="0"/>
                  </a:moveTo>
                  <a:lnTo>
                    <a:pt x="7052" y="0"/>
                  </a:lnTo>
                  <a:cubicBezTo>
                    <a:pt x="7292" y="0"/>
                    <a:pt x="7489" y="197"/>
                    <a:pt x="7489" y="438"/>
                  </a:cubicBezTo>
                  <a:lnTo>
                    <a:pt x="7489" y="4674"/>
                  </a:lnTo>
                  <a:cubicBezTo>
                    <a:pt x="7489" y="4915"/>
                    <a:pt x="7292" y="5110"/>
                    <a:pt x="7052" y="5110"/>
                  </a:cubicBezTo>
                  <a:lnTo>
                    <a:pt x="437" y="5110"/>
                  </a:lnTo>
                  <a:cubicBezTo>
                    <a:pt x="196" y="5110"/>
                    <a:pt x="1" y="4915"/>
                    <a:pt x="1" y="4674"/>
                  </a:cubicBezTo>
                  <a:lnTo>
                    <a:pt x="1" y="438"/>
                  </a:lnTo>
                  <a:cubicBezTo>
                    <a:pt x="1" y="197"/>
                    <a:pt x="196" y="0"/>
                    <a:pt x="4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4"/>
            <p:cNvSpPr/>
            <p:nvPr/>
          </p:nvSpPr>
          <p:spPr>
            <a:xfrm>
              <a:off x="6649239" y="1463921"/>
              <a:ext cx="147609" cy="151848"/>
            </a:xfrm>
            <a:custGeom>
              <a:avLst/>
              <a:gdLst/>
              <a:ahLst/>
              <a:cxnLst/>
              <a:rect l="l" t="t" r="r" b="b"/>
              <a:pathLst>
                <a:path w="3239" h="3332" extrusionOk="0">
                  <a:moveTo>
                    <a:pt x="438" y="0"/>
                  </a:moveTo>
                  <a:lnTo>
                    <a:pt x="2803" y="0"/>
                  </a:lnTo>
                  <a:cubicBezTo>
                    <a:pt x="3043" y="0"/>
                    <a:pt x="3239" y="197"/>
                    <a:pt x="3239" y="438"/>
                  </a:cubicBezTo>
                  <a:lnTo>
                    <a:pt x="3239" y="2894"/>
                  </a:lnTo>
                  <a:cubicBezTo>
                    <a:pt x="3239" y="3135"/>
                    <a:pt x="3043" y="3331"/>
                    <a:pt x="2803" y="3331"/>
                  </a:cubicBezTo>
                  <a:lnTo>
                    <a:pt x="438" y="3331"/>
                  </a:lnTo>
                  <a:cubicBezTo>
                    <a:pt x="197" y="3331"/>
                    <a:pt x="0" y="3135"/>
                    <a:pt x="0" y="2894"/>
                  </a:cubicBezTo>
                  <a:lnTo>
                    <a:pt x="0" y="438"/>
                  </a:lnTo>
                  <a:cubicBezTo>
                    <a:pt x="3" y="197"/>
                    <a:pt x="198" y="0"/>
                    <a:pt x="4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5" name="Google Shape;715;p44"/>
            <p:cNvGrpSpPr/>
            <p:nvPr/>
          </p:nvGrpSpPr>
          <p:grpSpPr>
            <a:xfrm>
              <a:off x="8138392" y="4256022"/>
              <a:ext cx="816434" cy="311720"/>
              <a:chOff x="7893443" y="3966493"/>
              <a:chExt cx="769495" cy="293798"/>
            </a:xfrm>
          </p:grpSpPr>
          <p:sp>
            <p:nvSpPr>
              <p:cNvPr id="716" name="Google Shape;716;p44"/>
              <p:cNvSpPr/>
              <p:nvPr/>
            </p:nvSpPr>
            <p:spPr>
              <a:xfrm>
                <a:off x="7924112" y="4035218"/>
                <a:ext cx="135172" cy="77229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1798" extrusionOk="0">
                    <a:moveTo>
                      <a:pt x="0" y="1146"/>
                    </a:moveTo>
                    <a:cubicBezTo>
                      <a:pt x="972" y="1423"/>
                      <a:pt x="1900" y="1797"/>
                      <a:pt x="2537" y="1721"/>
                    </a:cubicBezTo>
                    <a:cubicBezTo>
                      <a:pt x="2966" y="1554"/>
                      <a:pt x="3146" y="1153"/>
                      <a:pt x="3096" y="783"/>
                    </a:cubicBezTo>
                    <a:cubicBezTo>
                      <a:pt x="3060" y="413"/>
                      <a:pt x="2792" y="64"/>
                      <a:pt x="2334" y="1"/>
                    </a:cubicBezTo>
                    <a:cubicBezTo>
                      <a:pt x="1854" y="55"/>
                      <a:pt x="881" y="652"/>
                      <a:pt x="0" y="11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44"/>
              <p:cNvSpPr/>
              <p:nvPr/>
            </p:nvSpPr>
            <p:spPr>
              <a:xfrm>
                <a:off x="7924112" y="4061463"/>
                <a:ext cx="49138" cy="35908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836" extrusionOk="0">
                    <a:moveTo>
                      <a:pt x="940" y="0"/>
                    </a:moveTo>
                    <a:lnTo>
                      <a:pt x="0" y="533"/>
                    </a:lnTo>
                    <a:lnTo>
                      <a:pt x="1038" y="836"/>
                    </a:lnTo>
                    <a:cubicBezTo>
                      <a:pt x="1112" y="702"/>
                      <a:pt x="1144" y="552"/>
                      <a:pt x="1128" y="403"/>
                    </a:cubicBezTo>
                    <a:cubicBezTo>
                      <a:pt x="1109" y="251"/>
                      <a:pt x="1043" y="115"/>
                      <a:pt x="9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44"/>
              <p:cNvSpPr/>
              <p:nvPr/>
            </p:nvSpPr>
            <p:spPr>
              <a:xfrm>
                <a:off x="8024493" y="3966622"/>
                <a:ext cx="603912" cy="142688"/>
              </a:xfrm>
              <a:custGeom>
                <a:avLst/>
                <a:gdLst/>
                <a:ahLst/>
                <a:cxnLst/>
                <a:rect l="l" t="t" r="r" b="b"/>
                <a:pathLst>
                  <a:path w="14060" h="3322" extrusionOk="0">
                    <a:moveTo>
                      <a:pt x="12106" y="181"/>
                    </a:moveTo>
                    <a:lnTo>
                      <a:pt x="12307" y="1901"/>
                    </a:lnTo>
                    <a:lnTo>
                      <a:pt x="13522" y="1761"/>
                    </a:lnTo>
                    <a:cubicBezTo>
                      <a:pt x="13833" y="1724"/>
                      <a:pt x="14060" y="1439"/>
                      <a:pt x="14023" y="1126"/>
                    </a:cubicBezTo>
                    <a:lnTo>
                      <a:pt x="13955" y="539"/>
                    </a:lnTo>
                    <a:cubicBezTo>
                      <a:pt x="13919" y="226"/>
                      <a:pt x="13634" y="0"/>
                      <a:pt x="13323" y="37"/>
                    </a:cubicBezTo>
                    <a:lnTo>
                      <a:pt x="12107" y="181"/>
                    </a:lnTo>
                    <a:lnTo>
                      <a:pt x="12310" y="1904"/>
                    </a:lnTo>
                    <a:lnTo>
                      <a:pt x="201" y="3321"/>
                    </a:lnTo>
                    <a:lnTo>
                      <a:pt x="0" y="159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44"/>
              <p:cNvSpPr/>
              <p:nvPr/>
            </p:nvSpPr>
            <p:spPr>
              <a:xfrm>
                <a:off x="8509563" y="3966493"/>
                <a:ext cx="28864" cy="9221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2147" extrusionOk="0">
                    <a:moveTo>
                      <a:pt x="48" y="271"/>
                    </a:moveTo>
                    <a:cubicBezTo>
                      <a:pt x="1" y="193"/>
                      <a:pt x="27" y="91"/>
                      <a:pt x="104" y="46"/>
                    </a:cubicBezTo>
                    <a:cubicBezTo>
                      <a:pt x="181" y="0"/>
                      <a:pt x="283" y="25"/>
                      <a:pt x="328" y="103"/>
                    </a:cubicBezTo>
                    <a:cubicBezTo>
                      <a:pt x="463" y="332"/>
                      <a:pt x="550" y="661"/>
                      <a:pt x="600" y="980"/>
                    </a:cubicBezTo>
                    <a:cubicBezTo>
                      <a:pt x="672" y="1435"/>
                      <a:pt x="664" y="1894"/>
                      <a:pt x="617" y="2020"/>
                    </a:cubicBezTo>
                    <a:cubicBezTo>
                      <a:pt x="587" y="2106"/>
                      <a:pt x="493" y="2147"/>
                      <a:pt x="409" y="2116"/>
                    </a:cubicBezTo>
                    <a:cubicBezTo>
                      <a:pt x="324" y="2085"/>
                      <a:pt x="283" y="1991"/>
                      <a:pt x="313" y="1907"/>
                    </a:cubicBezTo>
                    <a:cubicBezTo>
                      <a:pt x="346" y="1816"/>
                      <a:pt x="343" y="1435"/>
                      <a:pt x="280" y="1030"/>
                    </a:cubicBezTo>
                    <a:cubicBezTo>
                      <a:pt x="234" y="748"/>
                      <a:pt x="159" y="461"/>
                      <a:pt x="48" y="27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44"/>
              <p:cNvSpPr/>
              <p:nvPr/>
            </p:nvSpPr>
            <p:spPr>
              <a:xfrm>
                <a:off x="8272376" y="3967996"/>
                <a:ext cx="299336" cy="56998"/>
              </a:xfrm>
              <a:custGeom>
                <a:avLst/>
                <a:gdLst/>
                <a:ahLst/>
                <a:cxnLst/>
                <a:rect l="l" t="t" r="r" b="b"/>
                <a:pathLst>
                  <a:path w="6969" h="1327" extrusionOk="0">
                    <a:moveTo>
                      <a:pt x="6558" y="37"/>
                    </a:moveTo>
                    <a:lnTo>
                      <a:pt x="251" y="738"/>
                    </a:lnTo>
                    <a:cubicBezTo>
                      <a:pt x="93" y="757"/>
                      <a:pt x="0" y="899"/>
                      <a:pt x="0" y="1056"/>
                    </a:cubicBezTo>
                    <a:lnTo>
                      <a:pt x="0" y="1056"/>
                    </a:lnTo>
                    <a:cubicBezTo>
                      <a:pt x="0" y="1215"/>
                      <a:pt x="162" y="1326"/>
                      <a:pt x="319" y="1309"/>
                    </a:cubicBezTo>
                    <a:lnTo>
                      <a:pt x="6622" y="607"/>
                    </a:lnTo>
                    <a:cubicBezTo>
                      <a:pt x="6969" y="569"/>
                      <a:pt x="6895" y="1"/>
                      <a:pt x="6558" y="3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44"/>
              <p:cNvSpPr/>
              <p:nvPr/>
            </p:nvSpPr>
            <p:spPr>
              <a:xfrm>
                <a:off x="7930211" y="4033586"/>
                <a:ext cx="691965" cy="82340"/>
              </a:xfrm>
              <a:custGeom>
                <a:avLst/>
                <a:gdLst/>
                <a:ahLst/>
                <a:cxnLst/>
                <a:rect l="l" t="t" r="r" b="b"/>
                <a:pathLst>
                  <a:path w="16110" h="1917" extrusionOk="0">
                    <a:moveTo>
                      <a:pt x="9" y="1212"/>
                    </a:moveTo>
                    <a:cubicBezTo>
                      <a:pt x="1" y="1121"/>
                      <a:pt x="64" y="1040"/>
                      <a:pt x="155" y="1031"/>
                    </a:cubicBezTo>
                    <a:cubicBezTo>
                      <a:pt x="224" y="1024"/>
                      <a:pt x="685" y="1170"/>
                      <a:pt x="1143" y="1316"/>
                    </a:cubicBezTo>
                    <a:cubicBezTo>
                      <a:pt x="1566" y="1449"/>
                      <a:pt x="1987" y="1583"/>
                      <a:pt x="1991" y="1583"/>
                    </a:cubicBezTo>
                    <a:cubicBezTo>
                      <a:pt x="15321" y="130"/>
                      <a:pt x="15901" y="17"/>
                      <a:pt x="15902" y="17"/>
                    </a:cubicBezTo>
                    <a:cubicBezTo>
                      <a:pt x="15990" y="0"/>
                      <a:pt x="16077" y="59"/>
                      <a:pt x="16093" y="147"/>
                    </a:cubicBezTo>
                    <a:cubicBezTo>
                      <a:pt x="16109" y="235"/>
                      <a:pt x="16050" y="320"/>
                      <a:pt x="15962" y="338"/>
                    </a:cubicBezTo>
                    <a:cubicBezTo>
                      <a:pt x="15961" y="338"/>
                      <a:pt x="15366" y="456"/>
                      <a:pt x="2026" y="1909"/>
                    </a:cubicBezTo>
                    <a:cubicBezTo>
                      <a:pt x="1956" y="1916"/>
                      <a:pt x="1502" y="1771"/>
                      <a:pt x="1046" y="1626"/>
                    </a:cubicBezTo>
                    <a:cubicBezTo>
                      <a:pt x="921" y="1587"/>
                      <a:pt x="23" y="1322"/>
                      <a:pt x="9" y="12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44"/>
              <p:cNvSpPr/>
              <p:nvPr/>
            </p:nvSpPr>
            <p:spPr>
              <a:xfrm>
                <a:off x="8504967" y="4105576"/>
                <a:ext cx="156476" cy="75339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1754" extrusionOk="0">
                    <a:moveTo>
                      <a:pt x="1360" y="1724"/>
                    </a:moveTo>
                    <a:lnTo>
                      <a:pt x="3643" y="575"/>
                    </a:lnTo>
                    <a:lnTo>
                      <a:pt x="1154" y="1"/>
                    </a:lnTo>
                    <a:cubicBezTo>
                      <a:pt x="1009" y="60"/>
                      <a:pt x="488" y="199"/>
                      <a:pt x="400" y="302"/>
                    </a:cubicBezTo>
                    <a:cubicBezTo>
                      <a:pt x="68" y="685"/>
                      <a:pt x="1" y="1382"/>
                      <a:pt x="517" y="1673"/>
                    </a:cubicBezTo>
                    <a:cubicBezTo>
                      <a:pt x="658" y="1754"/>
                      <a:pt x="1194" y="1701"/>
                      <a:pt x="1360" y="17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44"/>
              <p:cNvSpPr/>
              <p:nvPr/>
            </p:nvSpPr>
            <p:spPr>
              <a:xfrm>
                <a:off x="8617203" y="4120094"/>
                <a:ext cx="44241" cy="30625"/>
              </a:xfrm>
              <a:custGeom>
                <a:avLst/>
                <a:gdLst/>
                <a:ahLst/>
                <a:cxnLst/>
                <a:rect l="l" t="t" r="r" b="b"/>
                <a:pathLst>
                  <a:path w="1030" h="713" extrusionOk="0">
                    <a:moveTo>
                      <a:pt x="84" y="713"/>
                    </a:moveTo>
                    <a:lnTo>
                      <a:pt x="1030" y="237"/>
                    </a:lnTo>
                    <a:lnTo>
                      <a:pt x="1" y="1"/>
                    </a:lnTo>
                    <a:cubicBezTo>
                      <a:pt x="250" y="222"/>
                      <a:pt x="209" y="469"/>
                      <a:pt x="84" y="7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44"/>
              <p:cNvSpPr/>
              <p:nvPr/>
            </p:nvSpPr>
            <p:spPr>
              <a:xfrm>
                <a:off x="7893443" y="4105533"/>
                <a:ext cx="682429" cy="153899"/>
              </a:xfrm>
              <a:custGeom>
                <a:avLst/>
                <a:gdLst/>
                <a:ahLst/>
                <a:cxnLst/>
                <a:rect l="l" t="t" r="r" b="b"/>
                <a:pathLst>
                  <a:path w="15888" h="3583" extrusionOk="0">
                    <a:moveTo>
                      <a:pt x="1478" y="3430"/>
                    </a:moveTo>
                    <a:lnTo>
                      <a:pt x="15594" y="1725"/>
                    </a:lnTo>
                    <a:lnTo>
                      <a:pt x="15593" y="1717"/>
                    </a:lnTo>
                    <a:lnTo>
                      <a:pt x="15389" y="1486"/>
                    </a:lnTo>
                    <a:lnTo>
                      <a:pt x="15888" y="1173"/>
                    </a:lnTo>
                    <a:lnTo>
                      <a:pt x="15315" y="884"/>
                    </a:lnTo>
                    <a:lnTo>
                      <a:pt x="15804" y="466"/>
                    </a:lnTo>
                    <a:lnTo>
                      <a:pt x="15245" y="279"/>
                    </a:lnTo>
                    <a:lnTo>
                      <a:pt x="15389" y="9"/>
                    </a:lnTo>
                    <a:lnTo>
                      <a:pt x="15389" y="0"/>
                    </a:lnTo>
                    <a:lnTo>
                      <a:pt x="1291" y="1703"/>
                    </a:lnTo>
                    <a:cubicBezTo>
                      <a:pt x="1" y="1863"/>
                      <a:pt x="227" y="3582"/>
                      <a:pt x="1478" y="34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44"/>
              <p:cNvSpPr/>
              <p:nvPr/>
            </p:nvSpPr>
            <p:spPr>
              <a:xfrm>
                <a:off x="7910238" y="4125506"/>
                <a:ext cx="665764" cy="110087"/>
              </a:xfrm>
              <a:custGeom>
                <a:avLst/>
                <a:gdLst/>
                <a:ahLst/>
                <a:cxnLst/>
                <a:rect l="l" t="t" r="r" b="b"/>
                <a:pathLst>
                  <a:path w="15500" h="2563" extrusionOk="0">
                    <a:moveTo>
                      <a:pt x="159" y="2562"/>
                    </a:moveTo>
                    <a:lnTo>
                      <a:pt x="957" y="2466"/>
                    </a:lnTo>
                    <a:lnTo>
                      <a:pt x="15500" y="708"/>
                    </a:lnTo>
                    <a:lnTo>
                      <a:pt x="14927" y="419"/>
                    </a:lnTo>
                    <a:lnTo>
                      <a:pt x="15414" y="1"/>
                    </a:lnTo>
                    <a:lnTo>
                      <a:pt x="836" y="1762"/>
                    </a:lnTo>
                    <a:lnTo>
                      <a:pt x="72" y="1855"/>
                    </a:lnTo>
                    <a:cubicBezTo>
                      <a:pt x="0" y="2091"/>
                      <a:pt x="33" y="2353"/>
                      <a:pt x="159" y="256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7942023" y="4126924"/>
                <a:ext cx="720915" cy="133368"/>
              </a:xfrm>
              <a:custGeom>
                <a:avLst/>
                <a:gdLst/>
                <a:ahLst/>
                <a:cxnLst/>
                <a:rect l="l" t="t" r="r" b="b"/>
                <a:pathLst>
                  <a:path w="16784" h="3105" extrusionOk="0">
                    <a:moveTo>
                      <a:pt x="192" y="3093"/>
                    </a:moveTo>
                    <a:cubicBezTo>
                      <a:pt x="103" y="3105"/>
                      <a:pt x="22" y="3040"/>
                      <a:pt x="12" y="2951"/>
                    </a:cubicBezTo>
                    <a:cubicBezTo>
                      <a:pt x="0" y="2860"/>
                      <a:pt x="65" y="2779"/>
                      <a:pt x="154" y="2769"/>
                    </a:cubicBezTo>
                    <a:lnTo>
                      <a:pt x="14328" y="1064"/>
                    </a:lnTo>
                    <a:lnTo>
                      <a:pt x="16194" y="178"/>
                    </a:lnTo>
                    <a:cubicBezTo>
                      <a:pt x="16275" y="137"/>
                      <a:pt x="16703" y="0"/>
                      <a:pt x="16743" y="81"/>
                    </a:cubicBezTo>
                    <a:cubicBezTo>
                      <a:pt x="16784" y="162"/>
                      <a:pt x="16631" y="191"/>
                      <a:pt x="16552" y="231"/>
                    </a:cubicBezTo>
                    <a:lnTo>
                      <a:pt x="14460" y="1362"/>
                    </a:lnTo>
                    <a:cubicBezTo>
                      <a:pt x="14443" y="1374"/>
                      <a:pt x="14420" y="1382"/>
                      <a:pt x="14396" y="13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7" name="Google Shape;727;p44"/>
            <p:cNvSpPr/>
            <p:nvPr/>
          </p:nvSpPr>
          <p:spPr>
            <a:xfrm>
              <a:off x="5822084" y="1933327"/>
              <a:ext cx="204028" cy="222667"/>
            </a:xfrm>
            <a:custGeom>
              <a:avLst/>
              <a:gdLst/>
              <a:ahLst/>
              <a:cxnLst/>
              <a:rect l="l" t="t" r="r" b="b"/>
              <a:pathLst>
                <a:path w="4477" h="4886" extrusionOk="0">
                  <a:moveTo>
                    <a:pt x="2238" y="650"/>
                  </a:moveTo>
                  <a:lnTo>
                    <a:pt x="3138" y="3081"/>
                  </a:lnTo>
                  <a:lnTo>
                    <a:pt x="1341" y="3081"/>
                  </a:lnTo>
                  <a:lnTo>
                    <a:pt x="2238" y="650"/>
                  </a:lnTo>
                  <a:close/>
                  <a:moveTo>
                    <a:pt x="1865" y="0"/>
                  </a:moveTo>
                  <a:lnTo>
                    <a:pt x="1" y="4886"/>
                  </a:lnTo>
                  <a:lnTo>
                    <a:pt x="697" y="4886"/>
                  </a:lnTo>
                  <a:lnTo>
                    <a:pt x="1142" y="3632"/>
                  </a:lnTo>
                  <a:lnTo>
                    <a:pt x="3344" y="3632"/>
                  </a:lnTo>
                  <a:lnTo>
                    <a:pt x="3788" y="4886"/>
                  </a:lnTo>
                  <a:lnTo>
                    <a:pt x="4477" y="4886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4"/>
            <p:cNvSpPr/>
            <p:nvPr/>
          </p:nvSpPr>
          <p:spPr>
            <a:xfrm>
              <a:off x="6059749" y="1984871"/>
              <a:ext cx="141047" cy="175409"/>
            </a:xfrm>
            <a:custGeom>
              <a:avLst/>
              <a:gdLst/>
              <a:ahLst/>
              <a:cxnLst/>
              <a:rect l="l" t="t" r="r" b="b"/>
              <a:pathLst>
                <a:path w="3095" h="3849" extrusionOk="0">
                  <a:moveTo>
                    <a:pt x="2493" y="1912"/>
                  </a:moveTo>
                  <a:lnTo>
                    <a:pt x="2493" y="2046"/>
                  </a:lnTo>
                  <a:cubicBezTo>
                    <a:pt x="2493" y="2439"/>
                    <a:pt x="2392" y="2753"/>
                    <a:pt x="2189" y="2991"/>
                  </a:cubicBezTo>
                  <a:cubicBezTo>
                    <a:pt x="1988" y="3228"/>
                    <a:pt x="1721" y="3345"/>
                    <a:pt x="1388" y="3345"/>
                  </a:cubicBezTo>
                  <a:cubicBezTo>
                    <a:pt x="1145" y="3345"/>
                    <a:pt x="953" y="3283"/>
                    <a:pt x="812" y="3159"/>
                  </a:cubicBezTo>
                  <a:cubicBezTo>
                    <a:pt x="671" y="3032"/>
                    <a:pt x="602" y="2862"/>
                    <a:pt x="602" y="2648"/>
                  </a:cubicBezTo>
                  <a:cubicBezTo>
                    <a:pt x="602" y="2379"/>
                    <a:pt x="696" y="2190"/>
                    <a:pt x="884" y="2078"/>
                  </a:cubicBezTo>
                  <a:cubicBezTo>
                    <a:pt x="1071" y="1968"/>
                    <a:pt x="1408" y="1912"/>
                    <a:pt x="1894" y="1912"/>
                  </a:cubicBezTo>
                  <a:close/>
                  <a:moveTo>
                    <a:pt x="1515" y="1"/>
                  </a:moveTo>
                  <a:cubicBezTo>
                    <a:pt x="1319" y="1"/>
                    <a:pt x="1118" y="23"/>
                    <a:pt x="909" y="67"/>
                  </a:cubicBezTo>
                  <a:cubicBezTo>
                    <a:pt x="702" y="108"/>
                    <a:pt x="489" y="171"/>
                    <a:pt x="269" y="256"/>
                  </a:cubicBezTo>
                  <a:lnTo>
                    <a:pt x="269" y="813"/>
                  </a:lnTo>
                  <a:cubicBezTo>
                    <a:pt x="451" y="713"/>
                    <a:pt x="642" y="637"/>
                    <a:pt x="842" y="587"/>
                  </a:cubicBezTo>
                  <a:cubicBezTo>
                    <a:pt x="1040" y="537"/>
                    <a:pt x="1244" y="512"/>
                    <a:pt x="1452" y="512"/>
                  </a:cubicBezTo>
                  <a:cubicBezTo>
                    <a:pt x="1783" y="512"/>
                    <a:pt x="2038" y="588"/>
                    <a:pt x="2219" y="741"/>
                  </a:cubicBezTo>
                  <a:cubicBezTo>
                    <a:pt x="2402" y="890"/>
                    <a:pt x="2493" y="1105"/>
                    <a:pt x="2493" y="1382"/>
                  </a:cubicBezTo>
                  <a:lnTo>
                    <a:pt x="2493" y="1441"/>
                  </a:lnTo>
                  <a:lnTo>
                    <a:pt x="1649" y="1441"/>
                  </a:lnTo>
                  <a:cubicBezTo>
                    <a:pt x="1101" y="1441"/>
                    <a:pt x="689" y="1545"/>
                    <a:pt x="413" y="1755"/>
                  </a:cubicBezTo>
                  <a:cubicBezTo>
                    <a:pt x="137" y="1964"/>
                    <a:pt x="0" y="2275"/>
                    <a:pt x="0" y="2687"/>
                  </a:cubicBezTo>
                  <a:cubicBezTo>
                    <a:pt x="0" y="3041"/>
                    <a:pt x="110" y="3323"/>
                    <a:pt x="331" y="3534"/>
                  </a:cubicBezTo>
                  <a:cubicBezTo>
                    <a:pt x="552" y="3744"/>
                    <a:pt x="852" y="3849"/>
                    <a:pt x="1228" y="3849"/>
                  </a:cubicBezTo>
                  <a:cubicBezTo>
                    <a:pt x="1524" y="3849"/>
                    <a:pt x="1775" y="3797"/>
                    <a:pt x="1979" y="3691"/>
                  </a:cubicBezTo>
                  <a:cubicBezTo>
                    <a:pt x="2185" y="3584"/>
                    <a:pt x="2357" y="3420"/>
                    <a:pt x="2493" y="3198"/>
                  </a:cubicBezTo>
                  <a:lnTo>
                    <a:pt x="2493" y="3755"/>
                  </a:lnTo>
                  <a:lnTo>
                    <a:pt x="3095" y="3755"/>
                  </a:lnTo>
                  <a:lnTo>
                    <a:pt x="3095" y="1663"/>
                  </a:lnTo>
                  <a:cubicBezTo>
                    <a:pt x="3095" y="1105"/>
                    <a:pt x="2964" y="688"/>
                    <a:pt x="2703" y="413"/>
                  </a:cubicBezTo>
                  <a:cubicBezTo>
                    <a:pt x="2440" y="139"/>
                    <a:pt x="2045" y="1"/>
                    <a:pt x="15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4"/>
            <p:cNvSpPr/>
            <p:nvPr/>
          </p:nvSpPr>
          <p:spPr>
            <a:xfrm>
              <a:off x="7818741" y="2423652"/>
              <a:ext cx="217426" cy="256938"/>
            </a:xfrm>
            <a:custGeom>
              <a:avLst/>
              <a:gdLst/>
              <a:ahLst/>
              <a:cxnLst/>
              <a:rect l="l" t="t" r="r" b="b"/>
              <a:pathLst>
                <a:path w="4771" h="5638" extrusionOk="0">
                  <a:moveTo>
                    <a:pt x="1" y="0"/>
                  </a:moveTo>
                  <a:lnTo>
                    <a:pt x="1" y="643"/>
                  </a:lnTo>
                  <a:lnTo>
                    <a:pt x="2001" y="643"/>
                  </a:lnTo>
                  <a:lnTo>
                    <a:pt x="2001" y="5637"/>
                  </a:lnTo>
                  <a:lnTo>
                    <a:pt x="2769" y="5637"/>
                  </a:lnTo>
                  <a:lnTo>
                    <a:pt x="2769" y="643"/>
                  </a:lnTo>
                  <a:lnTo>
                    <a:pt x="4770" y="643"/>
                  </a:lnTo>
                  <a:lnTo>
                    <a:pt x="47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483" y="607591"/>
            <a:ext cx="4838936" cy="324805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38" name="Google Shape;633;p44"/>
          <p:cNvSpPr txBox="1">
            <a:spLocks/>
          </p:cNvSpPr>
          <p:nvPr/>
        </p:nvSpPr>
        <p:spPr>
          <a:xfrm>
            <a:off x="150327" y="1094120"/>
            <a:ext cx="4150435" cy="3367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rgbClr val="434343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368300" indent="-342900">
              <a:buSzPts val="1400"/>
              <a:buFont typeface="+mj-lt"/>
              <a:buAutoNum type="arabicPeriod"/>
            </a:pPr>
            <a:r>
              <a:rPr lang="en-US" sz="1300" dirty="0">
                <a:solidFill>
                  <a:schemeClr val="dk1"/>
                </a:solidFill>
              </a:rPr>
              <a:t>Data Collection &amp; Integration</a:t>
            </a:r>
          </a:p>
          <a:p>
            <a:pPr marL="368300" indent="-342900">
              <a:buSzPts val="1400"/>
              <a:buFont typeface="+mj-lt"/>
              <a:buAutoNum type="arabicPeriod"/>
            </a:pPr>
            <a:r>
              <a:rPr lang="en-US" sz="1300" dirty="0" smtClean="0">
                <a:solidFill>
                  <a:schemeClr val="dk1"/>
                </a:solidFill>
              </a:rPr>
              <a:t>Data Preprocessing-imputation &amp; numerically </a:t>
            </a:r>
            <a:r>
              <a:rPr lang="en-US" sz="1300" dirty="0">
                <a:solidFill>
                  <a:schemeClr val="dk1"/>
                </a:solidFill>
              </a:rPr>
              <a:t>encoded </a:t>
            </a:r>
            <a:endParaRPr lang="en-US" sz="1300" dirty="0" smtClean="0">
              <a:solidFill>
                <a:schemeClr val="dk1"/>
              </a:solidFill>
            </a:endParaRPr>
          </a:p>
          <a:p>
            <a:pPr marL="368300" indent="-342900">
              <a:buSzPts val="1400"/>
              <a:buFont typeface="+mj-lt"/>
              <a:buAutoNum type="arabicPeriod"/>
            </a:pPr>
            <a:r>
              <a:rPr lang="en-US" sz="1300" dirty="0" smtClean="0">
                <a:solidFill>
                  <a:schemeClr val="dk1"/>
                </a:solidFill>
              </a:rPr>
              <a:t>Data Splitting-training </a:t>
            </a:r>
            <a:r>
              <a:rPr lang="en-US" sz="1300" dirty="0">
                <a:solidFill>
                  <a:schemeClr val="dk1"/>
                </a:solidFill>
              </a:rPr>
              <a:t>(80%) </a:t>
            </a:r>
            <a:r>
              <a:rPr lang="en-US" sz="1300" dirty="0" smtClean="0">
                <a:solidFill>
                  <a:schemeClr val="dk1"/>
                </a:solidFill>
              </a:rPr>
              <a:t>&amp; testing </a:t>
            </a:r>
            <a:r>
              <a:rPr lang="en-US" sz="1300" dirty="0">
                <a:solidFill>
                  <a:schemeClr val="dk1"/>
                </a:solidFill>
              </a:rPr>
              <a:t>(20</a:t>
            </a:r>
            <a:r>
              <a:rPr lang="en-US" sz="1300" dirty="0" smtClean="0">
                <a:solidFill>
                  <a:schemeClr val="dk1"/>
                </a:solidFill>
              </a:rPr>
              <a:t>%)</a:t>
            </a:r>
          </a:p>
          <a:p>
            <a:pPr marL="368300" indent="-342900">
              <a:buSzPts val="1400"/>
              <a:buFont typeface="+mj-lt"/>
              <a:buAutoNum type="arabicPeriod"/>
            </a:pPr>
            <a:r>
              <a:rPr lang="en-US" sz="1300" dirty="0" smtClean="0">
                <a:solidFill>
                  <a:schemeClr val="dk1"/>
                </a:solidFill>
              </a:rPr>
              <a:t>Class </a:t>
            </a:r>
            <a:r>
              <a:rPr lang="en-US" sz="1300" dirty="0">
                <a:solidFill>
                  <a:schemeClr val="dk1"/>
                </a:solidFill>
              </a:rPr>
              <a:t>Imbalance </a:t>
            </a:r>
            <a:r>
              <a:rPr lang="en-US" sz="1300" dirty="0" smtClean="0">
                <a:solidFill>
                  <a:schemeClr val="dk1"/>
                </a:solidFill>
              </a:rPr>
              <a:t>Handling-SMOTE </a:t>
            </a:r>
            <a:r>
              <a:rPr lang="en-US" sz="1300" dirty="0">
                <a:solidFill>
                  <a:schemeClr val="dk1"/>
                </a:solidFill>
              </a:rPr>
              <a:t>(k=5 nearest neighbors) </a:t>
            </a:r>
            <a:endParaRPr lang="en-US" sz="1300" dirty="0" smtClean="0">
              <a:solidFill>
                <a:schemeClr val="dk1"/>
              </a:solidFill>
            </a:endParaRPr>
          </a:p>
          <a:p>
            <a:pPr marL="368300" indent="-342900">
              <a:buSzPts val="1400"/>
              <a:buFont typeface="+mj-lt"/>
              <a:buAutoNum type="arabicPeriod"/>
            </a:pPr>
            <a:r>
              <a:rPr lang="en-US" sz="1300" dirty="0" smtClean="0">
                <a:solidFill>
                  <a:schemeClr val="dk1"/>
                </a:solidFill>
              </a:rPr>
              <a:t>Train </a:t>
            </a:r>
            <a:r>
              <a:rPr lang="en-US" sz="1300" dirty="0">
                <a:solidFill>
                  <a:schemeClr val="dk1"/>
                </a:solidFill>
              </a:rPr>
              <a:t>Random Forest classifier </a:t>
            </a:r>
            <a:r>
              <a:rPr lang="en-US" sz="1300" dirty="0" smtClean="0">
                <a:solidFill>
                  <a:schemeClr val="dk1"/>
                </a:solidFill>
              </a:rPr>
              <a:t>- </a:t>
            </a:r>
            <a:r>
              <a:rPr lang="en-US" sz="1300" dirty="0" err="1">
                <a:solidFill>
                  <a:schemeClr val="dk1"/>
                </a:solidFill>
              </a:rPr>
              <a:t>hyperparameters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smtClean="0">
                <a:solidFill>
                  <a:schemeClr val="dk1"/>
                </a:solidFill>
              </a:rPr>
              <a:t>optimization </a:t>
            </a:r>
            <a:r>
              <a:rPr lang="en-US" sz="1300" dirty="0">
                <a:solidFill>
                  <a:schemeClr val="dk1"/>
                </a:solidFill>
              </a:rPr>
              <a:t>using Grid Search with 5-fold </a:t>
            </a:r>
            <a:r>
              <a:rPr lang="en-US" sz="1300" dirty="0" smtClean="0">
                <a:solidFill>
                  <a:schemeClr val="dk1"/>
                </a:solidFill>
              </a:rPr>
              <a:t>cross-validation.</a:t>
            </a:r>
            <a:endParaRPr lang="en-US" sz="1300" dirty="0">
              <a:solidFill>
                <a:schemeClr val="dk1"/>
              </a:solidFill>
            </a:endParaRPr>
          </a:p>
          <a:p>
            <a:pPr marL="368300" indent="-342900">
              <a:buSzPts val="1400"/>
              <a:buFont typeface="+mj-lt"/>
              <a:buAutoNum type="arabicPeriod"/>
            </a:pPr>
            <a:r>
              <a:rPr lang="en-US" sz="1300" dirty="0">
                <a:solidFill>
                  <a:schemeClr val="dk1"/>
                </a:solidFill>
              </a:rPr>
              <a:t>Evaluation &amp; Output </a:t>
            </a:r>
            <a:r>
              <a:rPr lang="en-US" sz="1300" dirty="0" smtClean="0">
                <a:solidFill>
                  <a:schemeClr val="dk1"/>
                </a:solidFill>
              </a:rPr>
              <a:t>Generation-accuracy</a:t>
            </a:r>
            <a:r>
              <a:rPr lang="en-US" sz="1300" dirty="0">
                <a:solidFill>
                  <a:schemeClr val="dk1"/>
                </a:solidFill>
              </a:rPr>
              <a:t>, precision, recall, </a:t>
            </a:r>
            <a:r>
              <a:rPr lang="en-US" sz="1300" dirty="0" err="1">
                <a:solidFill>
                  <a:schemeClr val="dk1"/>
                </a:solidFill>
              </a:rPr>
              <a:t>F1</a:t>
            </a:r>
            <a:r>
              <a:rPr lang="en-US" sz="1300" dirty="0">
                <a:solidFill>
                  <a:schemeClr val="dk1"/>
                </a:solidFill>
              </a:rPr>
              <a:t>-score, and confusion </a:t>
            </a:r>
            <a:r>
              <a:rPr lang="en-US" sz="1300" dirty="0" smtClean="0">
                <a:solidFill>
                  <a:schemeClr val="dk1"/>
                </a:solidFill>
              </a:rPr>
              <a:t>matrix/outputs risk level prediction</a:t>
            </a:r>
            <a:endParaRPr lang="en-US" sz="13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61"/>
          <p:cNvSpPr txBox="1">
            <a:spLocks noGrp="1"/>
          </p:cNvSpPr>
          <p:nvPr>
            <p:ph type="title"/>
          </p:nvPr>
        </p:nvSpPr>
        <p:spPr>
          <a:xfrm>
            <a:off x="3964375" y="1969650"/>
            <a:ext cx="3931800" cy="64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Conclusion</a:t>
            </a:r>
          </a:p>
        </p:txBody>
      </p:sp>
      <p:sp>
        <p:nvSpPr>
          <p:cNvPr id="1242" name="Google Shape;1242;p61"/>
          <p:cNvSpPr txBox="1">
            <a:spLocks noGrp="1"/>
          </p:cNvSpPr>
          <p:nvPr>
            <p:ph type="subTitle" idx="1"/>
          </p:nvPr>
        </p:nvSpPr>
        <p:spPr>
          <a:xfrm>
            <a:off x="3964375" y="2533650"/>
            <a:ext cx="39318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Early detection (8–10 months earlier)</a:t>
            </a:r>
          </a:p>
          <a:p>
            <a:pPr marL="285750" lvl="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Better intervention planning</a:t>
            </a:r>
          </a:p>
          <a:p>
            <a:pPr marL="285750" lvl="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Supports teachers &amp; policymakers</a:t>
            </a:r>
            <a:endParaRPr dirty="0"/>
          </a:p>
        </p:txBody>
      </p:sp>
      <p:sp>
        <p:nvSpPr>
          <p:cNvPr id="1243" name="Google Shape;1243;p61"/>
          <p:cNvSpPr/>
          <p:nvPr/>
        </p:nvSpPr>
        <p:spPr>
          <a:xfrm>
            <a:off x="1565450" y="808624"/>
            <a:ext cx="1870299" cy="3688629"/>
          </a:xfrm>
          <a:prstGeom prst="roundRect">
            <a:avLst>
              <a:gd name="adj" fmla="val 617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49" t="13912" r="24002" b="11607"/>
          <a:stretch/>
        </p:blipFill>
        <p:spPr>
          <a:xfrm>
            <a:off x="1641701" y="935054"/>
            <a:ext cx="1670024" cy="3480048"/>
          </a:xfrm>
          <a:prstGeom prst="roundRect">
            <a:avLst/>
          </a:prstGeom>
        </p:spPr>
      </p:pic>
      <p:sp>
        <p:nvSpPr>
          <p:cNvPr id="1245" name="Google Shape;1245;p61"/>
          <p:cNvSpPr/>
          <p:nvPr/>
        </p:nvSpPr>
        <p:spPr>
          <a:xfrm>
            <a:off x="1872675" y="808625"/>
            <a:ext cx="1281000" cy="2097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514;p73"/>
          <p:cNvGrpSpPr/>
          <p:nvPr/>
        </p:nvGrpSpPr>
        <p:grpSpPr>
          <a:xfrm>
            <a:off x="-361975" y="3356550"/>
            <a:ext cx="1807350" cy="2022146"/>
            <a:chOff x="3710447" y="1749375"/>
            <a:chExt cx="2422682" cy="2706595"/>
          </a:xfrm>
        </p:grpSpPr>
        <p:sp>
          <p:nvSpPr>
            <p:cNvPr id="8" name="Google Shape;1515;p73"/>
            <p:cNvSpPr/>
            <p:nvPr/>
          </p:nvSpPr>
          <p:spPr>
            <a:xfrm>
              <a:off x="3989064" y="2152427"/>
              <a:ext cx="1483016" cy="1123754"/>
            </a:xfrm>
            <a:custGeom>
              <a:avLst/>
              <a:gdLst/>
              <a:ahLst/>
              <a:cxnLst/>
              <a:rect l="l" t="t" r="r" b="b"/>
              <a:pathLst>
                <a:path w="35074" h="26729" extrusionOk="0">
                  <a:moveTo>
                    <a:pt x="9271" y="5146"/>
                  </a:moveTo>
                  <a:cubicBezTo>
                    <a:pt x="10656" y="9903"/>
                    <a:pt x="10056" y="12364"/>
                    <a:pt x="5028" y="15251"/>
                  </a:cubicBezTo>
                  <a:cubicBezTo>
                    <a:pt x="0" y="18139"/>
                    <a:pt x="1621" y="24189"/>
                    <a:pt x="11314" y="25530"/>
                  </a:cubicBezTo>
                  <a:cubicBezTo>
                    <a:pt x="19978" y="26728"/>
                    <a:pt x="35074" y="23688"/>
                    <a:pt x="33066" y="15388"/>
                  </a:cubicBezTo>
                  <a:cubicBezTo>
                    <a:pt x="32957" y="14939"/>
                    <a:pt x="32345" y="12886"/>
                    <a:pt x="31408" y="12063"/>
                  </a:cubicBezTo>
                  <a:cubicBezTo>
                    <a:pt x="30224" y="11021"/>
                    <a:pt x="28384" y="10573"/>
                    <a:pt x="27605" y="9644"/>
                  </a:cubicBezTo>
                  <a:cubicBezTo>
                    <a:pt x="25397" y="7016"/>
                    <a:pt x="23177" y="2707"/>
                    <a:pt x="23384" y="2427"/>
                  </a:cubicBezTo>
                  <a:cubicBezTo>
                    <a:pt x="23742" y="1945"/>
                    <a:pt x="7772" y="0"/>
                    <a:pt x="9271" y="51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16;p73"/>
            <p:cNvSpPr/>
            <p:nvPr/>
          </p:nvSpPr>
          <p:spPr>
            <a:xfrm>
              <a:off x="4694896" y="2024524"/>
              <a:ext cx="732502" cy="858760"/>
            </a:xfrm>
            <a:custGeom>
              <a:avLst/>
              <a:gdLst/>
              <a:ahLst/>
              <a:cxnLst/>
              <a:rect l="l" t="t" r="r" b="b"/>
              <a:pathLst>
                <a:path w="17324" h="20426" extrusionOk="0">
                  <a:moveTo>
                    <a:pt x="338" y="1060"/>
                  </a:moveTo>
                  <a:cubicBezTo>
                    <a:pt x="184" y="1080"/>
                    <a:pt x="40" y="969"/>
                    <a:pt x="21" y="815"/>
                  </a:cubicBezTo>
                  <a:cubicBezTo>
                    <a:pt x="1" y="661"/>
                    <a:pt x="111" y="519"/>
                    <a:pt x="265" y="498"/>
                  </a:cubicBezTo>
                  <a:cubicBezTo>
                    <a:pt x="4010" y="1"/>
                    <a:pt x="6359" y="793"/>
                    <a:pt x="7982" y="2451"/>
                  </a:cubicBezTo>
                  <a:cubicBezTo>
                    <a:pt x="9590" y="4088"/>
                    <a:pt x="10455" y="6551"/>
                    <a:pt x="11259" y="9435"/>
                  </a:cubicBezTo>
                  <a:cubicBezTo>
                    <a:pt x="11754" y="11212"/>
                    <a:pt x="12856" y="12012"/>
                    <a:pt x="13913" y="12777"/>
                  </a:cubicBezTo>
                  <a:cubicBezTo>
                    <a:pt x="15681" y="14057"/>
                    <a:pt x="17323" y="15249"/>
                    <a:pt x="16266" y="20174"/>
                  </a:cubicBezTo>
                  <a:cubicBezTo>
                    <a:pt x="16233" y="20328"/>
                    <a:pt x="16083" y="20425"/>
                    <a:pt x="15930" y="20391"/>
                  </a:cubicBezTo>
                  <a:cubicBezTo>
                    <a:pt x="15778" y="20359"/>
                    <a:pt x="15679" y="20208"/>
                    <a:pt x="15712" y="20057"/>
                  </a:cubicBezTo>
                  <a:cubicBezTo>
                    <a:pt x="16692" y="15491"/>
                    <a:pt x="15193" y="14405"/>
                    <a:pt x="13581" y="13236"/>
                  </a:cubicBezTo>
                  <a:cubicBezTo>
                    <a:pt x="12448" y="12416"/>
                    <a:pt x="11262" y="11554"/>
                    <a:pt x="10713" y="9585"/>
                  </a:cubicBezTo>
                  <a:cubicBezTo>
                    <a:pt x="9933" y="6781"/>
                    <a:pt x="9098" y="4394"/>
                    <a:pt x="7582" y="2847"/>
                  </a:cubicBezTo>
                  <a:cubicBezTo>
                    <a:pt x="6080" y="1319"/>
                    <a:pt x="3879" y="591"/>
                    <a:pt x="338" y="10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17;p73"/>
            <p:cNvSpPr/>
            <p:nvPr/>
          </p:nvSpPr>
          <p:spPr>
            <a:xfrm>
              <a:off x="4082710" y="2246358"/>
              <a:ext cx="323377" cy="797378"/>
            </a:xfrm>
            <a:custGeom>
              <a:avLst/>
              <a:gdLst/>
              <a:ahLst/>
              <a:cxnLst/>
              <a:rect l="l" t="t" r="r" b="b"/>
              <a:pathLst>
                <a:path w="7648" h="18966" extrusionOk="0">
                  <a:moveTo>
                    <a:pt x="6464" y="353"/>
                  </a:moveTo>
                  <a:cubicBezTo>
                    <a:pt x="6438" y="199"/>
                    <a:pt x="6542" y="52"/>
                    <a:pt x="6696" y="27"/>
                  </a:cubicBezTo>
                  <a:cubicBezTo>
                    <a:pt x="6850" y="1"/>
                    <a:pt x="6997" y="105"/>
                    <a:pt x="7023" y="259"/>
                  </a:cubicBezTo>
                  <a:cubicBezTo>
                    <a:pt x="7452" y="2813"/>
                    <a:pt x="7647" y="4798"/>
                    <a:pt x="7274" y="6454"/>
                  </a:cubicBezTo>
                  <a:cubicBezTo>
                    <a:pt x="6894" y="8142"/>
                    <a:pt x="5937" y="9469"/>
                    <a:pt x="4065" y="10672"/>
                  </a:cubicBezTo>
                  <a:cubicBezTo>
                    <a:pt x="3205" y="11224"/>
                    <a:pt x="2500" y="11809"/>
                    <a:pt x="1959" y="12414"/>
                  </a:cubicBezTo>
                  <a:cubicBezTo>
                    <a:pt x="1248" y="13210"/>
                    <a:pt x="821" y="14035"/>
                    <a:pt x="702" y="14858"/>
                  </a:cubicBezTo>
                  <a:cubicBezTo>
                    <a:pt x="582" y="15670"/>
                    <a:pt x="764" y="16483"/>
                    <a:pt x="1267" y="17269"/>
                  </a:cubicBezTo>
                  <a:cubicBezTo>
                    <a:pt x="1524" y="17668"/>
                    <a:pt x="1862" y="18059"/>
                    <a:pt x="2287" y="18439"/>
                  </a:cubicBezTo>
                  <a:cubicBezTo>
                    <a:pt x="2402" y="18543"/>
                    <a:pt x="2414" y="18722"/>
                    <a:pt x="2309" y="18840"/>
                  </a:cubicBezTo>
                  <a:cubicBezTo>
                    <a:pt x="2204" y="18954"/>
                    <a:pt x="2026" y="18966"/>
                    <a:pt x="1909" y="18862"/>
                  </a:cubicBezTo>
                  <a:cubicBezTo>
                    <a:pt x="1445" y="18445"/>
                    <a:pt x="1072" y="18015"/>
                    <a:pt x="790" y="17574"/>
                  </a:cubicBezTo>
                  <a:cubicBezTo>
                    <a:pt x="207" y="16670"/>
                    <a:pt x="0" y="15723"/>
                    <a:pt x="140" y="14776"/>
                  </a:cubicBezTo>
                  <a:cubicBezTo>
                    <a:pt x="276" y="13842"/>
                    <a:pt x="750" y="12916"/>
                    <a:pt x="1539" y="12037"/>
                  </a:cubicBezTo>
                  <a:cubicBezTo>
                    <a:pt x="2114" y="11391"/>
                    <a:pt x="2860" y="10773"/>
                    <a:pt x="3760" y="10194"/>
                  </a:cubicBezTo>
                  <a:cubicBezTo>
                    <a:pt x="5495" y="9080"/>
                    <a:pt x="6377" y="7865"/>
                    <a:pt x="6724" y="6329"/>
                  </a:cubicBezTo>
                  <a:cubicBezTo>
                    <a:pt x="7075" y="4764"/>
                    <a:pt x="6882" y="2841"/>
                    <a:pt x="6464" y="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18;p73"/>
            <p:cNvSpPr/>
            <p:nvPr/>
          </p:nvSpPr>
          <p:spPr>
            <a:xfrm>
              <a:off x="4165194" y="2605346"/>
              <a:ext cx="1190929" cy="1660090"/>
            </a:xfrm>
            <a:custGeom>
              <a:avLst/>
              <a:gdLst/>
              <a:ahLst/>
              <a:cxnLst/>
              <a:rect l="l" t="t" r="r" b="b"/>
              <a:pathLst>
                <a:path w="28166" h="39486" extrusionOk="0">
                  <a:moveTo>
                    <a:pt x="13572" y="1311"/>
                  </a:moveTo>
                  <a:cubicBezTo>
                    <a:pt x="7804" y="1747"/>
                    <a:pt x="2036" y="5156"/>
                    <a:pt x="1777" y="7865"/>
                  </a:cubicBezTo>
                  <a:cubicBezTo>
                    <a:pt x="1514" y="10572"/>
                    <a:pt x="0" y="33565"/>
                    <a:pt x="1164" y="36525"/>
                  </a:cubicBezTo>
                  <a:cubicBezTo>
                    <a:pt x="2330" y="39486"/>
                    <a:pt x="6292" y="38426"/>
                    <a:pt x="8855" y="39377"/>
                  </a:cubicBezTo>
                  <a:lnTo>
                    <a:pt x="28166" y="9088"/>
                  </a:lnTo>
                  <a:cubicBezTo>
                    <a:pt x="28164" y="9088"/>
                    <a:pt x="27727" y="1"/>
                    <a:pt x="13572" y="131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19;p73"/>
            <p:cNvSpPr/>
            <p:nvPr/>
          </p:nvSpPr>
          <p:spPr>
            <a:xfrm>
              <a:off x="4250977" y="2650462"/>
              <a:ext cx="1124376" cy="1502221"/>
            </a:xfrm>
            <a:custGeom>
              <a:avLst/>
              <a:gdLst/>
              <a:ahLst/>
              <a:cxnLst/>
              <a:rect l="l" t="t" r="r" b="b"/>
              <a:pathLst>
                <a:path w="26592" h="35731" extrusionOk="0">
                  <a:moveTo>
                    <a:pt x="12814" y="1187"/>
                  </a:moveTo>
                  <a:cubicBezTo>
                    <a:pt x="7370" y="1582"/>
                    <a:pt x="1923" y="4666"/>
                    <a:pt x="1678" y="7118"/>
                  </a:cubicBezTo>
                  <a:cubicBezTo>
                    <a:pt x="1430" y="9569"/>
                    <a:pt x="0" y="30375"/>
                    <a:pt x="1100" y="33051"/>
                  </a:cubicBezTo>
                  <a:cubicBezTo>
                    <a:pt x="2201" y="35731"/>
                    <a:pt x="5941" y="34771"/>
                    <a:pt x="8360" y="35632"/>
                  </a:cubicBezTo>
                  <a:lnTo>
                    <a:pt x="26592" y="8224"/>
                  </a:lnTo>
                  <a:cubicBezTo>
                    <a:pt x="26592" y="8224"/>
                    <a:pt x="26179" y="1"/>
                    <a:pt x="12814" y="1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20;p73"/>
            <p:cNvSpPr/>
            <p:nvPr/>
          </p:nvSpPr>
          <p:spPr>
            <a:xfrm>
              <a:off x="4751844" y="2690826"/>
              <a:ext cx="1381285" cy="1006918"/>
            </a:xfrm>
            <a:custGeom>
              <a:avLst/>
              <a:gdLst/>
              <a:ahLst/>
              <a:cxnLst/>
              <a:rect l="l" t="t" r="r" b="b"/>
              <a:pathLst>
                <a:path w="32668" h="23950" extrusionOk="0">
                  <a:moveTo>
                    <a:pt x="25238" y="12134"/>
                  </a:moveTo>
                  <a:cubicBezTo>
                    <a:pt x="17807" y="2789"/>
                    <a:pt x="5854" y="1"/>
                    <a:pt x="2948" y="1466"/>
                  </a:cubicBezTo>
                  <a:cubicBezTo>
                    <a:pt x="0" y="2950"/>
                    <a:pt x="18766" y="22373"/>
                    <a:pt x="23168" y="23162"/>
                  </a:cubicBezTo>
                  <a:cubicBezTo>
                    <a:pt x="27568" y="23950"/>
                    <a:pt x="32668" y="21482"/>
                    <a:pt x="25238" y="121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21;p73"/>
            <p:cNvSpPr/>
            <p:nvPr/>
          </p:nvSpPr>
          <p:spPr>
            <a:xfrm>
              <a:off x="4271735" y="2707939"/>
              <a:ext cx="1346951" cy="1559987"/>
            </a:xfrm>
            <a:custGeom>
              <a:avLst/>
              <a:gdLst/>
              <a:ahLst/>
              <a:cxnLst/>
              <a:rect l="l" t="t" r="r" b="b"/>
              <a:pathLst>
                <a:path w="31856" h="37105" extrusionOk="0">
                  <a:moveTo>
                    <a:pt x="18376" y="1101"/>
                  </a:moveTo>
                  <a:cubicBezTo>
                    <a:pt x="15970" y="34"/>
                    <a:pt x="12839" y="0"/>
                    <a:pt x="9903" y="844"/>
                  </a:cubicBezTo>
                  <a:cubicBezTo>
                    <a:pt x="8556" y="1231"/>
                    <a:pt x="7072" y="1866"/>
                    <a:pt x="5704" y="2887"/>
                  </a:cubicBezTo>
                  <a:cubicBezTo>
                    <a:pt x="5256" y="3220"/>
                    <a:pt x="1840" y="4466"/>
                    <a:pt x="1269" y="5491"/>
                  </a:cubicBezTo>
                  <a:cubicBezTo>
                    <a:pt x="1" y="6675"/>
                    <a:pt x="1266" y="28791"/>
                    <a:pt x="1688" y="37104"/>
                  </a:cubicBezTo>
                  <a:lnTo>
                    <a:pt x="31855" y="37104"/>
                  </a:lnTo>
                  <a:cubicBezTo>
                    <a:pt x="31328" y="35054"/>
                    <a:pt x="31133" y="32683"/>
                    <a:pt x="30569" y="29992"/>
                  </a:cubicBezTo>
                  <a:cubicBezTo>
                    <a:pt x="28246" y="18861"/>
                    <a:pt x="24945" y="4011"/>
                    <a:pt x="18376" y="11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22;p73"/>
            <p:cNvSpPr/>
            <p:nvPr/>
          </p:nvSpPr>
          <p:spPr>
            <a:xfrm>
              <a:off x="4656550" y="2709536"/>
              <a:ext cx="392508" cy="260874"/>
            </a:xfrm>
            <a:custGeom>
              <a:avLst/>
              <a:gdLst/>
              <a:ahLst/>
              <a:cxnLst/>
              <a:rect l="l" t="t" r="r" b="b"/>
              <a:pathLst>
                <a:path w="9283" h="6205" extrusionOk="0">
                  <a:moveTo>
                    <a:pt x="8445" y="745"/>
                  </a:moveTo>
                  <a:cubicBezTo>
                    <a:pt x="9283" y="3974"/>
                    <a:pt x="7674" y="6204"/>
                    <a:pt x="4327" y="4645"/>
                  </a:cubicBezTo>
                  <a:cubicBezTo>
                    <a:pt x="2060" y="3588"/>
                    <a:pt x="708" y="2081"/>
                    <a:pt x="1" y="1072"/>
                  </a:cubicBezTo>
                  <a:cubicBezTo>
                    <a:pt x="271" y="972"/>
                    <a:pt x="536" y="884"/>
                    <a:pt x="804" y="808"/>
                  </a:cubicBezTo>
                  <a:cubicBezTo>
                    <a:pt x="3409" y="58"/>
                    <a:pt x="6172" y="1"/>
                    <a:pt x="8445" y="74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23;p73"/>
            <p:cNvSpPr/>
            <p:nvPr/>
          </p:nvSpPr>
          <p:spPr>
            <a:xfrm>
              <a:off x="4647164" y="2178412"/>
              <a:ext cx="341008" cy="700848"/>
            </a:xfrm>
            <a:custGeom>
              <a:avLst/>
              <a:gdLst/>
              <a:ahLst/>
              <a:cxnLst/>
              <a:rect l="l" t="t" r="r" b="b"/>
              <a:pathLst>
                <a:path w="8065" h="16670" extrusionOk="0">
                  <a:moveTo>
                    <a:pt x="780" y="6738"/>
                  </a:moveTo>
                  <a:cubicBezTo>
                    <a:pt x="1193" y="10306"/>
                    <a:pt x="1407" y="12274"/>
                    <a:pt x="1517" y="13337"/>
                  </a:cubicBezTo>
                  <a:cubicBezTo>
                    <a:pt x="1614" y="14280"/>
                    <a:pt x="4900" y="16508"/>
                    <a:pt x="6334" y="16582"/>
                  </a:cubicBezTo>
                  <a:cubicBezTo>
                    <a:pt x="8065" y="16670"/>
                    <a:pt x="7999" y="14774"/>
                    <a:pt x="7827" y="13891"/>
                  </a:cubicBezTo>
                  <a:cubicBezTo>
                    <a:pt x="7413" y="11768"/>
                    <a:pt x="6779" y="9168"/>
                    <a:pt x="6622" y="8406"/>
                  </a:cubicBezTo>
                  <a:cubicBezTo>
                    <a:pt x="6048" y="5624"/>
                    <a:pt x="5198" y="6465"/>
                    <a:pt x="5198" y="6465"/>
                  </a:cubicBezTo>
                  <a:cubicBezTo>
                    <a:pt x="5198" y="6465"/>
                    <a:pt x="1" y="0"/>
                    <a:pt x="780" y="6738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24;p73"/>
            <p:cNvSpPr/>
            <p:nvPr/>
          </p:nvSpPr>
          <p:spPr>
            <a:xfrm>
              <a:off x="4676547" y="2368460"/>
              <a:ext cx="295047" cy="388977"/>
            </a:xfrm>
            <a:custGeom>
              <a:avLst/>
              <a:gdLst/>
              <a:ahLst/>
              <a:cxnLst/>
              <a:rect l="l" t="t" r="r" b="b"/>
              <a:pathLst>
                <a:path w="6978" h="9252" extrusionOk="0">
                  <a:moveTo>
                    <a:pt x="6944" y="8620"/>
                  </a:moveTo>
                  <a:cubicBezTo>
                    <a:pt x="2221" y="9252"/>
                    <a:pt x="903" y="6162"/>
                    <a:pt x="191" y="3136"/>
                  </a:cubicBezTo>
                  <a:lnTo>
                    <a:pt x="84" y="2218"/>
                  </a:lnTo>
                  <a:cubicBezTo>
                    <a:pt x="24" y="1699"/>
                    <a:pt x="0" y="1258"/>
                    <a:pt x="5" y="888"/>
                  </a:cubicBezTo>
                  <a:cubicBezTo>
                    <a:pt x="486" y="0"/>
                    <a:pt x="2239" y="423"/>
                    <a:pt x="3578" y="913"/>
                  </a:cubicBezTo>
                  <a:cubicBezTo>
                    <a:pt x="4120" y="1471"/>
                    <a:pt x="4501" y="1947"/>
                    <a:pt x="4501" y="1947"/>
                  </a:cubicBezTo>
                  <a:cubicBezTo>
                    <a:pt x="4501" y="1947"/>
                    <a:pt x="5348" y="1106"/>
                    <a:pt x="5925" y="3888"/>
                  </a:cubicBezTo>
                  <a:cubicBezTo>
                    <a:pt x="6065" y="4561"/>
                    <a:pt x="6577" y="6670"/>
                    <a:pt x="6978" y="8615"/>
                  </a:cubicBezTo>
                  <a:cubicBezTo>
                    <a:pt x="6968" y="8618"/>
                    <a:pt x="6956" y="8619"/>
                    <a:pt x="6944" y="8620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25;p73"/>
            <p:cNvSpPr/>
            <p:nvPr/>
          </p:nvSpPr>
          <p:spPr>
            <a:xfrm>
              <a:off x="5345344" y="2194389"/>
              <a:ext cx="459061" cy="655064"/>
            </a:xfrm>
            <a:custGeom>
              <a:avLst/>
              <a:gdLst/>
              <a:ahLst/>
              <a:cxnLst/>
              <a:rect l="l" t="t" r="r" b="b"/>
              <a:pathLst>
                <a:path w="10857" h="15581" extrusionOk="0">
                  <a:moveTo>
                    <a:pt x="8737" y="12458"/>
                  </a:moveTo>
                  <a:cubicBezTo>
                    <a:pt x="6617" y="9334"/>
                    <a:pt x="6466" y="8600"/>
                    <a:pt x="6466" y="8600"/>
                  </a:cubicBezTo>
                  <a:lnTo>
                    <a:pt x="6620" y="3240"/>
                  </a:lnTo>
                  <a:cubicBezTo>
                    <a:pt x="6620" y="3240"/>
                    <a:pt x="5426" y="1706"/>
                    <a:pt x="3544" y="1037"/>
                  </a:cubicBezTo>
                  <a:cubicBezTo>
                    <a:pt x="1661" y="368"/>
                    <a:pt x="1639" y="1"/>
                    <a:pt x="1385" y="870"/>
                  </a:cubicBezTo>
                  <a:cubicBezTo>
                    <a:pt x="1133" y="1740"/>
                    <a:pt x="3452" y="2841"/>
                    <a:pt x="3452" y="2841"/>
                  </a:cubicBezTo>
                  <a:cubicBezTo>
                    <a:pt x="3452" y="2841"/>
                    <a:pt x="1181" y="1623"/>
                    <a:pt x="773" y="2022"/>
                  </a:cubicBezTo>
                  <a:cubicBezTo>
                    <a:pt x="1" y="2779"/>
                    <a:pt x="3041" y="4339"/>
                    <a:pt x="3041" y="4339"/>
                  </a:cubicBezTo>
                  <a:cubicBezTo>
                    <a:pt x="3041" y="4339"/>
                    <a:pt x="560" y="3248"/>
                    <a:pt x="547" y="4201"/>
                  </a:cubicBezTo>
                  <a:cubicBezTo>
                    <a:pt x="535" y="5155"/>
                    <a:pt x="2806" y="6080"/>
                    <a:pt x="2806" y="6080"/>
                  </a:cubicBezTo>
                  <a:cubicBezTo>
                    <a:pt x="2806" y="6080"/>
                    <a:pt x="705" y="5426"/>
                    <a:pt x="589" y="6147"/>
                  </a:cubicBezTo>
                  <a:cubicBezTo>
                    <a:pt x="472" y="6868"/>
                    <a:pt x="2968" y="8020"/>
                    <a:pt x="2968" y="8020"/>
                  </a:cubicBezTo>
                  <a:cubicBezTo>
                    <a:pt x="2968" y="8020"/>
                    <a:pt x="2877" y="9265"/>
                    <a:pt x="3001" y="9917"/>
                  </a:cubicBezTo>
                  <a:cubicBezTo>
                    <a:pt x="3126" y="10569"/>
                    <a:pt x="6022" y="14440"/>
                    <a:pt x="6022" y="14440"/>
                  </a:cubicBezTo>
                  <a:cubicBezTo>
                    <a:pt x="6022" y="14440"/>
                    <a:pt x="10857" y="15581"/>
                    <a:pt x="8737" y="12458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26;p73"/>
            <p:cNvSpPr/>
            <p:nvPr/>
          </p:nvSpPr>
          <p:spPr>
            <a:xfrm>
              <a:off x="5392779" y="2545179"/>
              <a:ext cx="692799" cy="1173196"/>
            </a:xfrm>
            <a:custGeom>
              <a:avLst/>
              <a:gdLst/>
              <a:ahLst/>
              <a:cxnLst/>
              <a:rect l="l" t="t" r="r" b="b"/>
              <a:pathLst>
                <a:path w="16385" h="27905" extrusionOk="0">
                  <a:moveTo>
                    <a:pt x="5990" y="595"/>
                  </a:moveTo>
                  <a:cubicBezTo>
                    <a:pt x="6345" y="1094"/>
                    <a:pt x="12997" y="10024"/>
                    <a:pt x="14845" y="15520"/>
                  </a:cubicBezTo>
                  <a:cubicBezTo>
                    <a:pt x="16385" y="20097"/>
                    <a:pt x="15091" y="25975"/>
                    <a:pt x="11551" y="27018"/>
                  </a:cubicBezTo>
                  <a:cubicBezTo>
                    <a:pt x="8544" y="27904"/>
                    <a:pt x="3402" y="24603"/>
                    <a:pt x="2437" y="21468"/>
                  </a:cubicBezTo>
                  <a:cubicBezTo>
                    <a:pt x="0" y="13568"/>
                    <a:pt x="583" y="2368"/>
                    <a:pt x="583" y="2368"/>
                  </a:cubicBezTo>
                  <a:cubicBezTo>
                    <a:pt x="583" y="2368"/>
                    <a:pt x="5566" y="0"/>
                    <a:pt x="5990" y="5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27;p73"/>
            <p:cNvSpPr/>
            <p:nvPr/>
          </p:nvSpPr>
          <p:spPr>
            <a:xfrm>
              <a:off x="5416159" y="2651891"/>
              <a:ext cx="291538" cy="101322"/>
            </a:xfrm>
            <a:custGeom>
              <a:avLst/>
              <a:gdLst/>
              <a:ahLst/>
              <a:cxnLst/>
              <a:rect l="l" t="t" r="r" b="b"/>
              <a:pathLst>
                <a:path w="6895" h="2410" extrusionOk="0">
                  <a:moveTo>
                    <a:pt x="6748" y="2"/>
                  </a:moveTo>
                  <a:cubicBezTo>
                    <a:pt x="6826" y="0"/>
                    <a:pt x="6890" y="59"/>
                    <a:pt x="6893" y="137"/>
                  </a:cubicBezTo>
                  <a:cubicBezTo>
                    <a:pt x="6895" y="213"/>
                    <a:pt x="6836" y="278"/>
                    <a:pt x="6759" y="281"/>
                  </a:cubicBezTo>
                  <a:cubicBezTo>
                    <a:pt x="5843" y="316"/>
                    <a:pt x="4549" y="586"/>
                    <a:pt x="3293" y="988"/>
                  </a:cubicBezTo>
                  <a:cubicBezTo>
                    <a:pt x="2126" y="1360"/>
                    <a:pt x="996" y="1849"/>
                    <a:pt x="240" y="2365"/>
                  </a:cubicBezTo>
                  <a:cubicBezTo>
                    <a:pt x="175" y="2409"/>
                    <a:pt x="89" y="2393"/>
                    <a:pt x="45" y="2329"/>
                  </a:cubicBezTo>
                  <a:cubicBezTo>
                    <a:pt x="1" y="2266"/>
                    <a:pt x="17" y="2179"/>
                    <a:pt x="81" y="2135"/>
                  </a:cubicBezTo>
                  <a:cubicBezTo>
                    <a:pt x="859" y="1601"/>
                    <a:pt x="2018" y="1101"/>
                    <a:pt x="3208" y="721"/>
                  </a:cubicBezTo>
                  <a:cubicBezTo>
                    <a:pt x="4487" y="313"/>
                    <a:pt x="5808" y="37"/>
                    <a:pt x="6748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528;p73"/>
            <p:cNvSpPr/>
            <p:nvPr/>
          </p:nvSpPr>
          <p:spPr>
            <a:xfrm>
              <a:off x="5412735" y="2644281"/>
              <a:ext cx="102408" cy="741630"/>
            </a:xfrm>
            <a:custGeom>
              <a:avLst/>
              <a:gdLst/>
              <a:ahLst/>
              <a:cxnLst/>
              <a:rect l="l" t="t" r="r" b="b"/>
              <a:pathLst>
                <a:path w="2422" h="17640" extrusionOk="0">
                  <a:moveTo>
                    <a:pt x="54" y="156"/>
                  </a:moveTo>
                  <a:cubicBezTo>
                    <a:pt x="54" y="71"/>
                    <a:pt x="124" y="1"/>
                    <a:pt x="208" y="1"/>
                  </a:cubicBezTo>
                  <a:cubicBezTo>
                    <a:pt x="293" y="1"/>
                    <a:pt x="362" y="71"/>
                    <a:pt x="362" y="156"/>
                  </a:cubicBezTo>
                  <a:lnTo>
                    <a:pt x="361" y="587"/>
                  </a:lnTo>
                  <a:cubicBezTo>
                    <a:pt x="339" y="5984"/>
                    <a:pt x="308" y="13532"/>
                    <a:pt x="2381" y="17389"/>
                  </a:cubicBezTo>
                  <a:cubicBezTo>
                    <a:pt x="2422" y="17466"/>
                    <a:pt x="2394" y="17558"/>
                    <a:pt x="2319" y="17599"/>
                  </a:cubicBezTo>
                  <a:cubicBezTo>
                    <a:pt x="2244" y="17639"/>
                    <a:pt x="2150" y="17613"/>
                    <a:pt x="2109" y="17536"/>
                  </a:cubicBezTo>
                  <a:cubicBezTo>
                    <a:pt x="1" y="13609"/>
                    <a:pt x="32" y="6015"/>
                    <a:pt x="54" y="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529;p73"/>
            <p:cNvSpPr/>
            <p:nvPr/>
          </p:nvSpPr>
          <p:spPr>
            <a:xfrm>
              <a:off x="5212886" y="2890208"/>
              <a:ext cx="411366" cy="1377733"/>
            </a:xfrm>
            <a:custGeom>
              <a:avLst/>
              <a:gdLst/>
              <a:ahLst/>
              <a:cxnLst/>
              <a:rect l="l" t="t" r="r" b="b"/>
              <a:pathLst>
                <a:path w="9729" h="32770" extrusionOk="0">
                  <a:moveTo>
                    <a:pt x="9417" y="32769"/>
                  </a:moveTo>
                  <a:cubicBezTo>
                    <a:pt x="8501" y="25145"/>
                    <a:pt x="3951" y="6670"/>
                    <a:pt x="45" y="257"/>
                  </a:cubicBezTo>
                  <a:cubicBezTo>
                    <a:pt x="1" y="184"/>
                    <a:pt x="24" y="91"/>
                    <a:pt x="96" y="44"/>
                  </a:cubicBezTo>
                  <a:cubicBezTo>
                    <a:pt x="170" y="0"/>
                    <a:pt x="264" y="22"/>
                    <a:pt x="309" y="96"/>
                  </a:cubicBezTo>
                  <a:cubicBezTo>
                    <a:pt x="4245" y="6555"/>
                    <a:pt x="8809" y="25089"/>
                    <a:pt x="9728" y="32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530;p73"/>
            <p:cNvSpPr/>
            <p:nvPr/>
          </p:nvSpPr>
          <p:spPr>
            <a:xfrm>
              <a:off x="5454379" y="2289497"/>
              <a:ext cx="83423" cy="50661"/>
            </a:xfrm>
            <a:custGeom>
              <a:avLst/>
              <a:gdLst/>
              <a:ahLst/>
              <a:cxnLst/>
              <a:rect l="l" t="t" r="r" b="b"/>
              <a:pathLst>
                <a:path w="1973" h="1205" extrusionOk="0">
                  <a:moveTo>
                    <a:pt x="108" y="315"/>
                  </a:moveTo>
                  <a:cubicBezTo>
                    <a:pt x="33" y="275"/>
                    <a:pt x="1" y="184"/>
                    <a:pt x="38" y="106"/>
                  </a:cubicBezTo>
                  <a:cubicBezTo>
                    <a:pt x="77" y="30"/>
                    <a:pt x="168" y="1"/>
                    <a:pt x="246" y="37"/>
                  </a:cubicBezTo>
                  <a:cubicBezTo>
                    <a:pt x="760" y="294"/>
                    <a:pt x="1865" y="890"/>
                    <a:pt x="1870" y="892"/>
                  </a:cubicBezTo>
                  <a:cubicBezTo>
                    <a:pt x="1945" y="933"/>
                    <a:pt x="1973" y="1027"/>
                    <a:pt x="1931" y="1102"/>
                  </a:cubicBezTo>
                  <a:cubicBezTo>
                    <a:pt x="1892" y="1177"/>
                    <a:pt x="1798" y="1205"/>
                    <a:pt x="1723" y="1163"/>
                  </a:cubicBezTo>
                  <a:cubicBezTo>
                    <a:pt x="1719" y="1162"/>
                    <a:pt x="616" y="567"/>
                    <a:pt x="108" y="31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531;p73"/>
            <p:cNvSpPr/>
            <p:nvPr/>
          </p:nvSpPr>
          <p:spPr>
            <a:xfrm>
              <a:off x="5434212" y="2353996"/>
              <a:ext cx="83423" cy="50661"/>
            </a:xfrm>
            <a:custGeom>
              <a:avLst/>
              <a:gdLst/>
              <a:ahLst/>
              <a:cxnLst/>
              <a:rect l="l" t="t" r="r" b="b"/>
              <a:pathLst>
                <a:path w="1973" h="1205" extrusionOk="0">
                  <a:moveTo>
                    <a:pt x="108" y="315"/>
                  </a:moveTo>
                  <a:cubicBezTo>
                    <a:pt x="30" y="275"/>
                    <a:pt x="1" y="184"/>
                    <a:pt x="38" y="107"/>
                  </a:cubicBezTo>
                  <a:cubicBezTo>
                    <a:pt x="77" y="32"/>
                    <a:pt x="168" y="1"/>
                    <a:pt x="246" y="38"/>
                  </a:cubicBezTo>
                  <a:cubicBezTo>
                    <a:pt x="760" y="294"/>
                    <a:pt x="1865" y="890"/>
                    <a:pt x="1870" y="892"/>
                  </a:cubicBezTo>
                  <a:cubicBezTo>
                    <a:pt x="1945" y="933"/>
                    <a:pt x="1972" y="1027"/>
                    <a:pt x="1931" y="1102"/>
                  </a:cubicBezTo>
                  <a:cubicBezTo>
                    <a:pt x="1892" y="1177"/>
                    <a:pt x="1798" y="1205"/>
                    <a:pt x="1723" y="1163"/>
                  </a:cubicBezTo>
                  <a:cubicBezTo>
                    <a:pt x="1718" y="1162"/>
                    <a:pt x="616" y="567"/>
                    <a:pt x="108" y="31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532;p73"/>
            <p:cNvSpPr/>
            <p:nvPr/>
          </p:nvSpPr>
          <p:spPr>
            <a:xfrm>
              <a:off x="5429900" y="2429931"/>
              <a:ext cx="65326" cy="36997"/>
            </a:xfrm>
            <a:custGeom>
              <a:avLst/>
              <a:gdLst/>
              <a:ahLst/>
              <a:cxnLst/>
              <a:rect l="l" t="t" r="r" b="b"/>
              <a:pathLst>
                <a:path w="1545" h="880" extrusionOk="0">
                  <a:moveTo>
                    <a:pt x="107" y="315"/>
                  </a:moveTo>
                  <a:cubicBezTo>
                    <a:pt x="29" y="275"/>
                    <a:pt x="0" y="184"/>
                    <a:pt x="37" y="106"/>
                  </a:cubicBezTo>
                  <a:cubicBezTo>
                    <a:pt x="76" y="31"/>
                    <a:pt x="167" y="0"/>
                    <a:pt x="245" y="37"/>
                  </a:cubicBezTo>
                  <a:cubicBezTo>
                    <a:pt x="744" y="287"/>
                    <a:pt x="1424" y="558"/>
                    <a:pt x="1427" y="560"/>
                  </a:cubicBezTo>
                  <a:cubicBezTo>
                    <a:pt x="1505" y="591"/>
                    <a:pt x="1544" y="682"/>
                    <a:pt x="1512" y="759"/>
                  </a:cubicBezTo>
                  <a:cubicBezTo>
                    <a:pt x="1481" y="839"/>
                    <a:pt x="1392" y="880"/>
                    <a:pt x="1313" y="846"/>
                  </a:cubicBezTo>
                  <a:cubicBezTo>
                    <a:pt x="1311" y="848"/>
                    <a:pt x="630" y="574"/>
                    <a:pt x="107" y="31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33;p73"/>
            <p:cNvSpPr/>
            <p:nvPr/>
          </p:nvSpPr>
          <p:spPr>
            <a:xfrm>
              <a:off x="5467696" y="3340982"/>
              <a:ext cx="578974" cy="353241"/>
            </a:xfrm>
            <a:custGeom>
              <a:avLst/>
              <a:gdLst/>
              <a:ahLst/>
              <a:cxnLst/>
              <a:rect l="l" t="t" r="r" b="b"/>
              <a:pathLst>
                <a:path w="13693" h="8402" extrusionOk="0">
                  <a:moveTo>
                    <a:pt x="11671" y="3355"/>
                  </a:moveTo>
                  <a:cubicBezTo>
                    <a:pt x="10636" y="4077"/>
                    <a:pt x="9394" y="4551"/>
                    <a:pt x="7917" y="4551"/>
                  </a:cubicBezTo>
                  <a:cubicBezTo>
                    <a:pt x="6185" y="4551"/>
                    <a:pt x="4742" y="4086"/>
                    <a:pt x="3491" y="3318"/>
                  </a:cubicBezTo>
                  <a:cubicBezTo>
                    <a:pt x="2839" y="2917"/>
                    <a:pt x="2237" y="2433"/>
                    <a:pt x="1674" y="1890"/>
                  </a:cubicBezTo>
                  <a:cubicBezTo>
                    <a:pt x="1081" y="1317"/>
                    <a:pt x="529" y="679"/>
                    <a:pt x="0" y="0"/>
                  </a:cubicBezTo>
                  <a:cubicBezTo>
                    <a:pt x="129" y="588"/>
                    <a:pt x="272" y="1167"/>
                    <a:pt x="427" y="1733"/>
                  </a:cubicBezTo>
                  <a:cubicBezTo>
                    <a:pt x="504" y="2006"/>
                    <a:pt x="581" y="2277"/>
                    <a:pt x="665" y="2543"/>
                  </a:cubicBezTo>
                  <a:cubicBezTo>
                    <a:pt x="953" y="3480"/>
                    <a:pt x="1615" y="4432"/>
                    <a:pt x="2481" y="5281"/>
                  </a:cubicBezTo>
                  <a:cubicBezTo>
                    <a:pt x="3501" y="6283"/>
                    <a:pt x="4808" y="7145"/>
                    <a:pt x="6122" y="7675"/>
                  </a:cubicBezTo>
                  <a:cubicBezTo>
                    <a:pt x="7422" y="8201"/>
                    <a:pt x="8730" y="8402"/>
                    <a:pt x="9780" y="8092"/>
                  </a:cubicBezTo>
                  <a:cubicBezTo>
                    <a:pt x="11402" y="7615"/>
                    <a:pt x="12553" y="6122"/>
                    <a:pt x="13176" y="4206"/>
                  </a:cubicBezTo>
                  <a:cubicBezTo>
                    <a:pt x="13460" y="3327"/>
                    <a:pt x="13637" y="2359"/>
                    <a:pt x="13692" y="1361"/>
                  </a:cubicBezTo>
                  <a:cubicBezTo>
                    <a:pt x="13193" y="2022"/>
                    <a:pt x="12612" y="2646"/>
                    <a:pt x="11935" y="3164"/>
                  </a:cubicBezTo>
                  <a:cubicBezTo>
                    <a:pt x="11847" y="3228"/>
                    <a:pt x="11759" y="3292"/>
                    <a:pt x="11671" y="3355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34;p73"/>
            <p:cNvSpPr/>
            <p:nvPr/>
          </p:nvSpPr>
          <p:spPr>
            <a:xfrm>
              <a:off x="5351601" y="3174438"/>
              <a:ext cx="374961" cy="489122"/>
            </a:xfrm>
            <a:custGeom>
              <a:avLst/>
              <a:gdLst/>
              <a:ahLst/>
              <a:cxnLst/>
              <a:rect l="l" t="t" r="r" b="b"/>
              <a:pathLst>
                <a:path w="8868" h="11634" extrusionOk="0">
                  <a:moveTo>
                    <a:pt x="3173" y="5692"/>
                  </a:moveTo>
                  <a:cubicBezTo>
                    <a:pt x="3018" y="5127"/>
                    <a:pt x="2877" y="4547"/>
                    <a:pt x="2746" y="3960"/>
                  </a:cubicBezTo>
                  <a:cubicBezTo>
                    <a:pt x="2251" y="3321"/>
                    <a:pt x="1776" y="2647"/>
                    <a:pt x="1309" y="1959"/>
                  </a:cubicBezTo>
                  <a:cubicBezTo>
                    <a:pt x="871" y="1313"/>
                    <a:pt x="438" y="654"/>
                    <a:pt x="1" y="1"/>
                  </a:cubicBezTo>
                  <a:cubicBezTo>
                    <a:pt x="273" y="752"/>
                    <a:pt x="540" y="1532"/>
                    <a:pt x="807" y="2333"/>
                  </a:cubicBezTo>
                  <a:cubicBezTo>
                    <a:pt x="1196" y="3505"/>
                    <a:pt x="1575" y="4725"/>
                    <a:pt x="1945" y="5968"/>
                  </a:cubicBezTo>
                  <a:cubicBezTo>
                    <a:pt x="2049" y="6320"/>
                    <a:pt x="2152" y="6676"/>
                    <a:pt x="2256" y="7029"/>
                  </a:cubicBezTo>
                  <a:cubicBezTo>
                    <a:pt x="3254" y="7912"/>
                    <a:pt x="4214" y="8712"/>
                    <a:pt x="5096" y="9389"/>
                  </a:cubicBezTo>
                  <a:cubicBezTo>
                    <a:pt x="6680" y="10606"/>
                    <a:pt x="8012" y="11432"/>
                    <a:pt x="8868" y="11633"/>
                  </a:cubicBezTo>
                  <a:cubicBezTo>
                    <a:pt x="7554" y="11103"/>
                    <a:pt x="6249" y="10240"/>
                    <a:pt x="5227" y="9239"/>
                  </a:cubicBezTo>
                  <a:cubicBezTo>
                    <a:pt x="4361" y="8389"/>
                    <a:pt x="3700" y="7436"/>
                    <a:pt x="3411" y="6501"/>
                  </a:cubicBezTo>
                  <a:cubicBezTo>
                    <a:pt x="3327" y="6237"/>
                    <a:pt x="3250" y="5967"/>
                    <a:pt x="3173" y="5692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35;p73"/>
            <p:cNvSpPr/>
            <p:nvPr/>
          </p:nvSpPr>
          <p:spPr>
            <a:xfrm>
              <a:off x="4360308" y="2768737"/>
              <a:ext cx="279487" cy="954953"/>
            </a:xfrm>
            <a:custGeom>
              <a:avLst/>
              <a:gdLst/>
              <a:ahLst/>
              <a:cxnLst/>
              <a:rect l="l" t="t" r="r" b="b"/>
              <a:pathLst>
                <a:path w="6610" h="22714" extrusionOk="0">
                  <a:moveTo>
                    <a:pt x="1" y="2323"/>
                  </a:moveTo>
                  <a:cubicBezTo>
                    <a:pt x="3583" y="6866"/>
                    <a:pt x="3408" y="20585"/>
                    <a:pt x="3233" y="21896"/>
                  </a:cubicBezTo>
                  <a:cubicBezTo>
                    <a:pt x="3125" y="22713"/>
                    <a:pt x="4628" y="22417"/>
                    <a:pt x="5523" y="17878"/>
                  </a:cubicBezTo>
                  <a:cubicBezTo>
                    <a:pt x="5801" y="16474"/>
                    <a:pt x="6610" y="12521"/>
                    <a:pt x="6501" y="8788"/>
                  </a:cubicBezTo>
                  <a:cubicBezTo>
                    <a:pt x="6403" y="5342"/>
                    <a:pt x="4920" y="1429"/>
                    <a:pt x="3835" y="533"/>
                  </a:cubicBezTo>
                  <a:cubicBezTo>
                    <a:pt x="3189" y="0"/>
                    <a:pt x="2438" y="629"/>
                    <a:pt x="1602" y="1065"/>
                  </a:cubicBezTo>
                  <a:cubicBezTo>
                    <a:pt x="882" y="1443"/>
                    <a:pt x="217" y="1772"/>
                    <a:pt x="1" y="23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36;p73"/>
            <p:cNvSpPr/>
            <p:nvPr/>
          </p:nvSpPr>
          <p:spPr>
            <a:xfrm>
              <a:off x="4387003" y="2846295"/>
              <a:ext cx="170737" cy="743101"/>
            </a:xfrm>
            <a:custGeom>
              <a:avLst/>
              <a:gdLst/>
              <a:ahLst/>
              <a:cxnLst/>
              <a:rect l="l" t="t" r="r" b="b"/>
              <a:pathLst>
                <a:path w="4038" h="17675" extrusionOk="0">
                  <a:moveTo>
                    <a:pt x="56" y="273"/>
                  </a:moveTo>
                  <a:cubicBezTo>
                    <a:pt x="0" y="209"/>
                    <a:pt x="8" y="112"/>
                    <a:pt x="72" y="54"/>
                  </a:cubicBezTo>
                  <a:cubicBezTo>
                    <a:pt x="137" y="0"/>
                    <a:pt x="234" y="7"/>
                    <a:pt x="291" y="72"/>
                  </a:cubicBezTo>
                  <a:cubicBezTo>
                    <a:pt x="1389" y="1354"/>
                    <a:pt x="2392" y="3958"/>
                    <a:pt x="3065" y="7217"/>
                  </a:cubicBezTo>
                  <a:cubicBezTo>
                    <a:pt x="3692" y="10257"/>
                    <a:pt x="4037" y="13874"/>
                    <a:pt x="3911" y="17522"/>
                  </a:cubicBezTo>
                  <a:cubicBezTo>
                    <a:pt x="3908" y="17607"/>
                    <a:pt x="3838" y="17675"/>
                    <a:pt x="3751" y="17671"/>
                  </a:cubicBezTo>
                  <a:cubicBezTo>
                    <a:pt x="3667" y="17668"/>
                    <a:pt x="3600" y="17597"/>
                    <a:pt x="3603" y="17512"/>
                  </a:cubicBezTo>
                  <a:cubicBezTo>
                    <a:pt x="3729" y="13889"/>
                    <a:pt x="3385" y="10297"/>
                    <a:pt x="2762" y="7277"/>
                  </a:cubicBezTo>
                  <a:cubicBezTo>
                    <a:pt x="2099" y="4072"/>
                    <a:pt x="1122" y="1518"/>
                    <a:pt x="56" y="2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37;p73"/>
            <p:cNvSpPr/>
            <p:nvPr/>
          </p:nvSpPr>
          <p:spPr>
            <a:xfrm>
              <a:off x="4405080" y="2980312"/>
              <a:ext cx="897657" cy="1159995"/>
            </a:xfrm>
            <a:custGeom>
              <a:avLst/>
              <a:gdLst/>
              <a:ahLst/>
              <a:cxnLst/>
              <a:rect l="l" t="t" r="r" b="b"/>
              <a:pathLst>
                <a:path w="21230" h="27591" extrusionOk="0">
                  <a:moveTo>
                    <a:pt x="4337" y="1949"/>
                  </a:moveTo>
                  <a:cubicBezTo>
                    <a:pt x="4575" y="767"/>
                    <a:pt x="5727" y="1"/>
                    <a:pt x="6909" y="240"/>
                  </a:cubicBezTo>
                  <a:lnTo>
                    <a:pt x="19283" y="2734"/>
                  </a:lnTo>
                  <a:cubicBezTo>
                    <a:pt x="20464" y="2972"/>
                    <a:pt x="21229" y="4124"/>
                    <a:pt x="20993" y="5306"/>
                  </a:cubicBezTo>
                  <a:lnTo>
                    <a:pt x="16893" y="25644"/>
                  </a:lnTo>
                  <a:cubicBezTo>
                    <a:pt x="16655" y="26826"/>
                    <a:pt x="15502" y="27591"/>
                    <a:pt x="14321" y="27354"/>
                  </a:cubicBezTo>
                  <a:lnTo>
                    <a:pt x="1947" y="24860"/>
                  </a:lnTo>
                  <a:cubicBezTo>
                    <a:pt x="765" y="24622"/>
                    <a:pt x="0" y="23468"/>
                    <a:pt x="238" y="222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38;p73"/>
            <p:cNvSpPr/>
            <p:nvPr/>
          </p:nvSpPr>
          <p:spPr>
            <a:xfrm>
              <a:off x="4440678" y="3028455"/>
              <a:ext cx="897657" cy="1159953"/>
            </a:xfrm>
            <a:custGeom>
              <a:avLst/>
              <a:gdLst/>
              <a:ahLst/>
              <a:cxnLst/>
              <a:rect l="l" t="t" r="r" b="b"/>
              <a:pathLst>
                <a:path w="21230" h="27590" extrusionOk="0">
                  <a:moveTo>
                    <a:pt x="4336" y="1949"/>
                  </a:moveTo>
                  <a:cubicBezTo>
                    <a:pt x="4575" y="766"/>
                    <a:pt x="5728" y="1"/>
                    <a:pt x="6909" y="239"/>
                  </a:cubicBezTo>
                  <a:lnTo>
                    <a:pt x="19283" y="2731"/>
                  </a:lnTo>
                  <a:cubicBezTo>
                    <a:pt x="20465" y="2971"/>
                    <a:pt x="21230" y="4123"/>
                    <a:pt x="20994" y="5305"/>
                  </a:cubicBezTo>
                  <a:lnTo>
                    <a:pt x="16893" y="25643"/>
                  </a:lnTo>
                  <a:cubicBezTo>
                    <a:pt x="16656" y="26824"/>
                    <a:pt x="15503" y="27589"/>
                    <a:pt x="14321" y="27353"/>
                  </a:cubicBezTo>
                  <a:lnTo>
                    <a:pt x="1947" y="24859"/>
                  </a:lnTo>
                  <a:cubicBezTo>
                    <a:pt x="766" y="24619"/>
                    <a:pt x="1" y="23467"/>
                    <a:pt x="237" y="2228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39;p73"/>
            <p:cNvSpPr/>
            <p:nvPr/>
          </p:nvSpPr>
          <p:spPr>
            <a:xfrm>
              <a:off x="4510099" y="3109646"/>
              <a:ext cx="784298" cy="1045219"/>
            </a:xfrm>
            <a:custGeom>
              <a:avLst/>
              <a:gdLst/>
              <a:ahLst/>
              <a:cxnLst/>
              <a:rect l="l" t="t" r="r" b="b"/>
              <a:pathLst>
                <a:path w="18549" h="24861" extrusionOk="0">
                  <a:moveTo>
                    <a:pt x="3953" y="1684"/>
                  </a:moveTo>
                  <a:cubicBezTo>
                    <a:pt x="4159" y="664"/>
                    <a:pt x="5156" y="0"/>
                    <a:pt x="6176" y="206"/>
                  </a:cubicBezTo>
                  <a:lnTo>
                    <a:pt x="16866" y="2361"/>
                  </a:lnTo>
                  <a:cubicBezTo>
                    <a:pt x="17886" y="2566"/>
                    <a:pt x="18548" y="3563"/>
                    <a:pt x="18343" y="4583"/>
                  </a:cubicBezTo>
                  <a:lnTo>
                    <a:pt x="14597" y="23179"/>
                  </a:lnTo>
                  <a:cubicBezTo>
                    <a:pt x="14391" y="24199"/>
                    <a:pt x="13394" y="24861"/>
                    <a:pt x="12374" y="24655"/>
                  </a:cubicBezTo>
                  <a:lnTo>
                    <a:pt x="1684" y="22502"/>
                  </a:lnTo>
                  <a:cubicBezTo>
                    <a:pt x="664" y="22296"/>
                    <a:pt x="0" y="21300"/>
                    <a:pt x="206" y="2027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40;p73"/>
            <p:cNvSpPr/>
            <p:nvPr/>
          </p:nvSpPr>
          <p:spPr>
            <a:xfrm>
              <a:off x="4540497" y="3152827"/>
              <a:ext cx="784298" cy="1045261"/>
            </a:xfrm>
            <a:custGeom>
              <a:avLst/>
              <a:gdLst/>
              <a:ahLst/>
              <a:cxnLst/>
              <a:rect l="l" t="t" r="r" b="b"/>
              <a:pathLst>
                <a:path w="18549" h="24862" extrusionOk="0">
                  <a:moveTo>
                    <a:pt x="3954" y="1685"/>
                  </a:moveTo>
                  <a:cubicBezTo>
                    <a:pt x="4159" y="664"/>
                    <a:pt x="5156" y="1"/>
                    <a:pt x="6176" y="206"/>
                  </a:cubicBezTo>
                  <a:lnTo>
                    <a:pt x="16866" y="2361"/>
                  </a:lnTo>
                  <a:cubicBezTo>
                    <a:pt x="17887" y="2567"/>
                    <a:pt x="18549" y="3564"/>
                    <a:pt x="18343" y="4584"/>
                  </a:cubicBezTo>
                  <a:lnTo>
                    <a:pt x="14597" y="23179"/>
                  </a:lnTo>
                  <a:cubicBezTo>
                    <a:pt x="14391" y="24200"/>
                    <a:pt x="13395" y="24862"/>
                    <a:pt x="12374" y="24656"/>
                  </a:cubicBezTo>
                  <a:lnTo>
                    <a:pt x="1684" y="22503"/>
                  </a:lnTo>
                  <a:cubicBezTo>
                    <a:pt x="664" y="22297"/>
                    <a:pt x="0" y="21300"/>
                    <a:pt x="206" y="2028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541;p73"/>
            <p:cNvSpPr/>
            <p:nvPr/>
          </p:nvSpPr>
          <p:spPr>
            <a:xfrm>
              <a:off x="4548868" y="3642494"/>
              <a:ext cx="504430" cy="364803"/>
            </a:xfrm>
            <a:custGeom>
              <a:avLst/>
              <a:gdLst/>
              <a:ahLst/>
              <a:cxnLst/>
              <a:rect l="l" t="t" r="r" b="b"/>
              <a:pathLst>
                <a:path w="11930" h="8677" extrusionOk="0">
                  <a:moveTo>
                    <a:pt x="1" y="8677"/>
                  </a:moveTo>
                  <a:cubicBezTo>
                    <a:pt x="4" y="8662"/>
                    <a:pt x="6" y="8649"/>
                    <a:pt x="8" y="8635"/>
                  </a:cubicBezTo>
                  <a:lnTo>
                    <a:pt x="736" y="5023"/>
                  </a:lnTo>
                  <a:cubicBezTo>
                    <a:pt x="2181" y="3816"/>
                    <a:pt x="4647" y="1734"/>
                    <a:pt x="5945" y="1006"/>
                  </a:cubicBezTo>
                  <a:cubicBezTo>
                    <a:pt x="7736" y="1"/>
                    <a:pt x="8260" y="831"/>
                    <a:pt x="8260" y="831"/>
                  </a:cubicBezTo>
                  <a:lnTo>
                    <a:pt x="11930" y="1793"/>
                  </a:lnTo>
                  <a:cubicBezTo>
                    <a:pt x="11930" y="1793"/>
                    <a:pt x="11209" y="2688"/>
                    <a:pt x="10247" y="2514"/>
                  </a:cubicBezTo>
                  <a:cubicBezTo>
                    <a:pt x="9286" y="2341"/>
                    <a:pt x="7954" y="2426"/>
                    <a:pt x="7954" y="2426"/>
                  </a:cubicBezTo>
                  <a:lnTo>
                    <a:pt x="8784" y="3170"/>
                  </a:lnTo>
                  <a:cubicBezTo>
                    <a:pt x="8784" y="3170"/>
                    <a:pt x="9657" y="4349"/>
                    <a:pt x="8913" y="4435"/>
                  </a:cubicBezTo>
                  <a:cubicBezTo>
                    <a:pt x="8170" y="4524"/>
                    <a:pt x="6510" y="3867"/>
                    <a:pt x="6510" y="3867"/>
                  </a:cubicBezTo>
                  <a:cubicBezTo>
                    <a:pt x="6510" y="3867"/>
                    <a:pt x="6335" y="3955"/>
                    <a:pt x="4108" y="5614"/>
                  </a:cubicBezTo>
                  <a:cubicBezTo>
                    <a:pt x="2386" y="6900"/>
                    <a:pt x="1422" y="7791"/>
                    <a:pt x="1" y="86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542;p73"/>
            <p:cNvSpPr/>
            <p:nvPr/>
          </p:nvSpPr>
          <p:spPr>
            <a:xfrm>
              <a:off x="4831877" y="3297381"/>
              <a:ext cx="368999" cy="84001"/>
            </a:xfrm>
            <a:custGeom>
              <a:avLst/>
              <a:gdLst/>
              <a:ahLst/>
              <a:cxnLst/>
              <a:rect l="l" t="t" r="r" b="b"/>
              <a:pathLst>
                <a:path w="8727" h="1998" extrusionOk="0">
                  <a:moveTo>
                    <a:pt x="139" y="321"/>
                  </a:moveTo>
                  <a:cubicBezTo>
                    <a:pt x="54" y="305"/>
                    <a:pt x="1" y="224"/>
                    <a:pt x="17" y="140"/>
                  </a:cubicBezTo>
                  <a:cubicBezTo>
                    <a:pt x="35" y="55"/>
                    <a:pt x="115" y="1"/>
                    <a:pt x="199" y="17"/>
                  </a:cubicBezTo>
                  <a:lnTo>
                    <a:pt x="8587" y="1677"/>
                  </a:lnTo>
                  <a:cubicBezTo>
                    <a:pt x="8672" y="1694"/>
                    <a:pt x="8727" y="1774"/>
                    <a:pt x="8711" y="1859"/>
                  </a:cubicBezTo>
                  <a:cubicBezTo>
                    <a:pt x="8694" y="1943"/>
                    <a:pt x="8612" y="1997"/>
                    <a:pt x="8528" y="19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543;p73"/>
            <p:cNvSpPr/>
            <p:nvPr/>
          </p:nvSpPr>
          <p:spPr>
            <a:xfrm>
              <a:off x="4817037" y="3354311"/>
              <a:ext cx="368999" cy="84043"/>
            </a:xfrm>
            <a:custGeom>
              <a:avLst/>
              <a:gdLst/>
              <a:ahLst/>
              <a:cxnLst/>
              <a:rect l="l" t="t" r="r" b="b"/>
              <a:pathLst>
                <a:path w="8727" h="1999" extrusionOk="0">
                  <a:moveTo>
                    <a:pt x="142" y="322"/>
                  </a:moveTo>
                  <a:cubicBezTo>
                    <a:pt x="57" y="306"/>
                    <a:pt x="1" y="225"/>
                    <a:pt x="19" y="140"/>
                  </a:cubicBezTo>
                  <a:cubicBezTo>
                    <a:pt x="35" y="56"/>
                    <a:pt x="115" y="0"/>
                    <a:pt x="201" y="19"/>
                  </a:cubicBezTo>
                  <a:lnTo>
                    <a:pt x="8587" y="1680"/>
                  </a:lnTo>
                  <a:cubicBezTo>
                    <a:pt x="8672" y="1696"/>
                    <a:pt x="8727" y="1777"/>
                    <a:pt x="8711" y="1862"/>
                  </a:cubicBezTo>
                  <a:cubicBezTo>
                    <a:pt x="8695" y="1946"/>
                    <a:pt x="8614" y="1998"/>
                    <a:pt x="8529" y="19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544;p73"/>
            <p:cNvSpPr/>
            <p:nvPr/>
          </p:nvSpPr>
          <p:spPr>
            <a:xfrm>
              <a:off x="4802324" y="3411325"/>
              <a:ext cx="368873" cy="84001"/>
            </a:xfrm>
            <a:custGeom>
              <a:avLst/>
              <a:gdLst/>
              <a:ahLst/>
              <a:cxnLst/>
              <a:rect l="l" t="t" r="r" b="b"/>
              <a:pathLst>
                <a:path w="8724" h="1998" extrusionOk="0">
                  <a:moveTo>
                    <a:pt x="139" y="319"/>
                  </a:moveTo>
                  <a:cubicBezTo>
                    <a:pt x="54" y="303"/>
                    <a:pt x="1" y="223"/>
                    <a:pt x="17" y="137"/>
                  </a:cubicBezTo>
                  <a:cubicBezTo>
                    <a:pt x="33" y="54"/>
                    <a:pt x="114" y="1"/>
                    <a:pt x="199" y="16"/>
                  </a:cubicBezTo>
                  <a:lnTo>
                    <a:pt x="8587" y="1676"/>
                  </a:lnTo>
                  <a:cubicBezTo>
                    <a:pt x="8671" y="1692"/>
                    <a:pt x="8724" y="1773"/>
                    <a:pt x="8709" y="1858"/>
                  </a:cubicBezTo>
                  <a:cubicBezTo>
                    <a:pt x="8693" y="1942"/>
                    <a:pt x="8612" y="1997"/>
                    <a:pt x="8529" y="197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545;p73"/>
            <p:cNvSpPr/>
            <p:nvPr/>
          </p:nvSpPr>
          <p:spPr>
            <a:xfrm>
              <a:off x="4787569" y="3468255"/>
              <a:ext cx="368873" cy="83917"/>
            </a:xfrm>
            <a:custGeom>
              <a:avLst/>
              <a:gdLst/>
              <a:ahLst/>
              <a:cxnLst/>
              <a:rect l="l" t="t" r="r" b="b"/>
              <a:pathLst>
                <a:path w="8724" h="1996" extrusionOk="0">
                  <a:moveTo>
                    <a:pt x="139" y="320"/>
                  </a:moveTo>
                  <a:cubicBezTo>
                    <a:pt x="55" y="304"/>
                    <a:pt x="1" y="224"/>
                    <a:pt x="17" y="138"/>
                  </a:cubicBezTo>
                  <a:cubicBezTo>
                    <a:pt x="33" y="55"/>
                    <a:pt x="114" y="0"/>
                    <a:pt x="197" y="15"/>
                  </a:cubicBezTo>
                  <a:lnTo>
                    <a:pt x="8586" y="1677"/>
                  </a:lnTo>
                  <a:cubicBezTo>
                    <a:pt x="8671" y="1693"/>
                    <a:pt x="8724" y="1774"/>
                    <a:pt x="8707" y="1857"/>
                  </a:cubicBezTo>
                  <a:cubicBezTo>
                    <a:pt x="8690" y="1943"/>
                    <a:pt x="8609" y="1995"/>
                    <a:pt x="8525" y="19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546;p73"/>
            <p:cNvSpPr/>
            <p:nvPr/>
          </p:nvSpPr>
          <p:spPr>
            <a:xfrm>
              <a:off x="5095903" y="3298390"/>
              <a:ext cx="189848" cy="859096"/>
            </a:xfrm>
            <a:custGeom>
              <a:avLst/>
              <a:gdLst/>
              <a:ahLst/>
              <a:cxnLst/>
              <a:rect l="l" t="t" r="r" b="b"/>
              <a:pathLst>
                <a:path w="4490" h="20434" extrusionOk="0">
                  <a:moveTo>
                    <a:pt x="4170" y="138"/>
                  </a:moveTo>
                  <a:cubicBezTo>
                    <a:pt x="4186" y="53"/>
                    <a:pt x="4270" y="0"/>
                    <a:pt x="4352" y="17"/>
                  </a:cubicBezTo>
                  <a:cubicBezTo>
                    <a:pt x="4434" y="33"/>
                    <a:pt x="4490" y="116"/>
                    <a:pt x="4471" y="199"/>
                  </a:cubicBezTo>
                  <a:lnTo>
                    <a:pt x="321" y="20296"/>
                  </a:lnTo>
                  <a:cubicBezTo>
                    <a:pt x="303" y="20379"/>
                    <a:pt x="221" y="20434"/>
                    <a:pt x="139" y="20416"/>
                  </a:cubicBezTo>
                  <a:cubicBezTo>
                    <a:pt x="56" y="20400"/>
                    <a:pt x="1" y="20318"/>
                    <a:pt x="20" y="202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547;p73"/>
            <p:cNvSpPr/>
            <p:nvPr/>
          </p:nvSpPr>
          <p:spPr>
            <a:xfrm>
              <a:off x="4436028" y="3470358"/>
              <a:ext cx="633223" cy="410755"/>
            </a:xfrm>
            <a:custGeom>
              <a:avLst/>
              <a:gdLst/>
              <a:ahLst/>
              <a:cxnLst/>
              <a:rect l="l" t="t" r="r" b="b"/>
              <a:pathLst>
                <a:path w="14976" h="9770" extrusionOk="0">
                  <a:moveTo>
                    <a:pt x="2141" y="4531"/>
                  </a:moveTo>
                  <a:cubicBezTo>
                    <a:pt x="4283" y="1666"/>
                    <a:pt x="8708" y="702"/>
                    <a:pt x="8708" y="702"/>
                  </a:cubicBezTo>
                  <a:cubicBezTo>
                    <a:pt x="8708" y="702"/>
                    <a:pt x="14358" y="0"/>
                    <a:pt x="14343" y="1297"/>
                  </a:cubicBezTo>
                  <a:cubicBezTo>
                    <a:pt x="14336" y="1873"/>
                    <a:pt x="13015" y="1916"/>
                    <a:pt x="12107" y="2003"/>
                  </a:cubicBezTo>
                  <a:cubicBezTo>
                    <a:pt x="10984" y="2108"/>
                    <a:pt x="10233" y="2179"/>
                    <a:pt x="10233" y="2179"/>
                  </a:cubicBezTo>
                  <a:cubicBezTo>
                    <a:pt x="10233" y="2179"/>
                    <a:pt x="13793" y="2273"/>
                    <a:pt x="14264" y="3322"/>
                  </a:cubicBezTo>
                  <a:cubicBezTo>
                    <a:pt x="14976" y="4457"/>
                    <a:pt x="10711" y="4281"/>
                    <a:pt x="10711" y="4281"/>
                  </a:cubicBezTo>
                  <a:cubicBezTo>
                    <a:pt x="10711" y="4281"/>
                    <a:pt x="13760" y="4557"/>
                    <a:pt x="14135" y="5642"/>
                  </a:cubicBezTo>
                  <a:cubicBezTo>
                    <a:pt x="14663" y="6725"/>
                    <a:pt x="10513" y="5916"/>
                    <a:pt x="10513" y="5916"/>
                  </a:cubicBezTo>
                  <a:cubicBezTo>
                    <a:pt x="10513" y="5916"/>
                    <a:pt x="12546" y="7147"/>
                    <a:pt x="12398" y="8130"/>
                  </a:cubicBezTo>
                  <a:cubicBezTo>
                    <a:pt x="12248" y="9114"/>
                    <a:pt x="9232" y="6934"/>
                    <a:pt x="9232" y="6934"/>
                  </a:cubicBezTo>
                  <a:cubicBezTo>
                    <a:pt x="9232" y="6934"/>
                    <a:pt x="6373" y="9770"/>
                    <a:pt x="3665" y="8989"/>
                  </a:cubicBezTo>
                  <a:cubicBezTo>
                    <a:pt x="956" y="8208"/>
                    <a:pt x="1" y="7396"/>
                    <a:pt x="2141" y="4531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548;p73"/>
            <p:cNvSpPr/>
            <p:nvPr/>
          </p:nvSpPr>
          <p:spPr>
            <a:xfrm>
              <a:off x="3710447" y="2880596"/>
              <a:ext cx="932667" cy="1575375"/>
            </a:xfrm>
            <a:custGeom>
              <a:avLst/>
              <a:gdLst/>
              <a:ahLst/>
              <a:cxnLst/>
              <a:rect l="l" t="t" r="r" b="b"/>
              <a:pathLst>
                <a:path w="22058" h="37471" extrusionOk="0">
                  <a:moveTo>
                    <a:pt x="14704" y="807"/>
                  </a:moveTo>
                  <a:cubicBezTo>
                    <a:pt x="6777" y="6679"/>
                    <a:pt x="0" y="19221"/>
                    <a:pt x="1459" y="25976"/>
                  </a:cubicBezTo>
                  <a:cubicBezTo>
                    <a:pt x="3943" y="37470"/>
                    <a:pt x="20018" y="26761"/>
                    <a:pt x="22057" y="24079"/>
                  </a:cubicBezTo>
                  <a:cubicBezTo>
                    <a:pt x="22028" y="21238"/>
                    <a:pt x="21219" y="18263"/>
                    <a:pt x="19870" y="16312"/>
                  </a:cubicBezTo>
                  <a:cubicBezTo>
                    <a:pt x="17415" y="16657"/>
                    <a:pt x="15739" y="17062"/>
                    <a:pt x="13418" y="17637"/>
                  </a:cubicBezTo>
                  <a:cubicBezTo>
                    <a:pt x="13418" y="17637"/>
                    <a:pt x="13985" y="16900"/>
                    <a:pt x="16598" y="12341"/>
                  </a:cubicBezTo>
                  <a:cubicBezTo>
                    <a:pt x="17338" y="11049"/>
                    <a:pt x="16984" y="10419"/>
                    <a:pt x="17740" y="7736"/>
                  </a:cubicBezTo>
                  <a:cubicBezTo>
                    <a:pt x="18136" y="6329"/>
                    <a:pt x="15790" y="1"/>
                    <a:pt x="14704" y="80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549;p73"/>
            <p:cNvSpPr/>
            <p:nvPr/>
          </p:nvSpPr>
          <p:spPr>
            <a:xfrm>
              <a:off x="3962683" y="3622438"/>
              <a:ext cx="325279" cy="138866"/>
            </a:xfrm>
            <a:custGeom>
              <a:avLst/>
              <a:gdLst/>
              <a:ahLst/>
              <a:cxnLst/>
              <a:rect l="l" t="t" r="r" b="b"/>
              <a:pathLst>
                <a:path w="7693" h="3303" extrusionOk="0">
                  <a:moveTo>
                    <a:pt x="7487" y="21"/>
                  </a:moveTo>
                  <a:cubicBezTo>
                    <a:pt x="7571" y="0"/>
                    <a:pt x="7654" y="52"/>
                    <a:pt x="7673" y="136"/>
                  </a:cubicBezTo>
                  <a:cubicBezTo>
                    <a:pt x="7693" y="219"/>
                    <a:pt x="7641" y="303"/>
                    <a:pt x="7558" y="322"/>
                  </a:cubicBezTo>
                  <a:cubicBezTo>
                    <a:pt x="7155" y="417"/>
                    <a:pt x="6756" y="517"/>
                    <a:pt x="6360" y="626"/>
                  </a:cubicBezTo>
                  <a:cubicBezTo>
                    <a:pt x="5965" y="733"/>
                    <a:pt x="5582" y="845"/>
                    <a:pt x="5216" y="956"/>
                  </a:cubicBezTo>
                  <a:cubicBezTo>
                    <a:pt x="4161" y="1281"/>
                    <a:pt x="3264" y="1636"/>
                    <a:pt x="2459" y="2018"/>
                  </a:cubicBezTo>
                  <a:cubicBezTo>
                    <a:pt x="1656" y="2399"/>
                    <a:pt x="946" y="2812"/>
                    <a:pt x="260" y="3255"/>
                  </a:cubicBezTo>
                  <a:cubicBezTo>
                    <a:pt x="188" y="3302"/>
                    <a:pt x="93" y="3281"/>
                    <a:pt x="47" y="3210"/>
                  </a:cubicBezTo>
                  <a:cubicBezTo>
                    <a:pt x="0" y="3138"/>
                    <a:pt x="21" y="3042"/>
                    <a:pt x="93" y="2997"/>
                  </a:cubicBezTo>
                  <a:cubicBezTo>
                    <a:pt x="790" y="2546"/>
                    <a:pt x="1512" y="2128"/>
                    <a:pt x="2330" y="1739"/>
                  </a:cubicBezTo>
                  <a:cubicBezTo>
                    <a:pt x="3146" y="1351"/>
                    <a:pt x="4055" y="993"/>
                    <a:pt x="5126" y="661"/>
                  </a:cubicBezTo>
                  <a:cubicBezTo>
                    <a:pt x="5511" y="542"/>
                    <a:pt x="5897" y="432"/>
                    <a:pt x="6280" y="326"/>
                  </a:cubicBezTo>
                  <a:cubicBezTo>
                    <a:pt x="6678" y="218"/>
                    <a:pt x="7082" y="116"/>
                    <a:pt x="7487" y="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550;p73"/>
            <p:cNvSpPr/>
            <p:nvPr/>
          </p:nvSpPr>
          <p:spPr>
            <a:xfrm>
              <a:off x="4055779" y="3533385"/>
              <a:ext cx="232427" cy="100524"/>
            </a:xfrm>
            <a:custGeom>
              <a:avLst/>
              <a:gdLst/>
              <a:ahLst/>
              <a:cxnLst/>
              <a:rect l="l" t="t" r="r" b="b"/>
              <a:pathLst>
                <a:path w="5497" h="2391" extrusionOk="0">
                  <a:moveTo>
                    <a:pt x="5423" y="2098"/>
                  </a:moveTo>
                  <a:cubicBezTo>
                    <a:pt x="5488" y="2152"/>
                    <a:pt x="5496" y="2251"/>
                    <a:pt x="5442" y="2317"/>
                  </a:cubicBezTo>
                  <a:cubicBezTo>
                    <a:pt x="5386" y="2381"/>
                    <a:pt x="5289" y="2390"/>
                    <a:pt x="5223" y="2334"/>
                  </a:cubicBezTo>
                  <a:cubicBezTo>
                    <a:pt x="4674" y="1872"/>
                    <a:pt x="3876" y="1465"/>
                    <a:pt x="3060" y="1142"/>
                  </a:cubicBezTo>
                  <a:cubicBezTo>
                    <a:pt x="1885" y="674"/>
                    <a:pt x="683" y="377"/>
                    <a:pt x="147" y="317"/>
                  </a:cubicBezTo>
                  <a:cubicBezTo>
                    <a:pt x="63" y="308"/>
                    <a:pt x="0" y="232"/>
                    <a:pt x="10" y="147"/>
                  </a:cubicBezTo>
                  <a:cubicBezTo>
                    <a:pt x="19" y="63"/>
                    <a:pt x="96" y="0"/>
                    <a:pt x="181" y="12"/>
                  </a:cubicBezTo>
                  <a:cubicBezTo>
                    <a:pt x="734" y="72"/>
                    <a:pt x="1970" y="376"/>
                    <a:pt x="3171" y="856"/>
                  </a:cubicBezTo>
                  <a:cubicBezTo>
                    <a:pt x="4018" y="1188"/>
                    <a:pt x="4848" y="1612"/>
                    <a:pt x="5423" y="20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551;p73"/>
            <p:cNvSpPr/>
            <p:nvPr/>
          </p:nvSpPr>
          <p:spPr>
            <a:xfrm>
              <a:off x="4271693" y="3283590"/>
              <a:ext cx="286675" cy="353115"/>
            </a:xfrm>
            <a:custGeom>
              <a:avLst/>
              <a:gdLst/>
              <a:ahLst/>
              <a:cxnLst/>
              <a:rect l="l" t="t" r="r" b="b"/>
              <a:pathLst>
                <a:path w="6780" h="8399" extrusionOk="0">
                  <a:moveTo>
                    <a:pt x="6593" y="6751"/>
                  </a:moveTo>
                  <a:cubicBezTo>
                    <a:pt x="6678" y="6740"/>
                    <a:pt x="6756" y="6798"/>
                    <a:pt x="6768" y="6882"/>
                  </a:cubicBezTo>
                  <a:cubicBezTo>
                    <a:pt x="6780" y="6967"/>
                    <a:pt x="6720" y="7047"/>
                    <a:pt x="6636" y="7057"/>
                  </a:cubicBezTo>
                  <a:cubicBezTo>
                    <a:pt x="5413" y="7230"/>
                    <a:pt x="4384" y="7416"/>
                    <a:pt x="3371" y="7632"/>
                  </a:cubicBezTo>
                  <a:cubicBezTo>
                    <a:pt x="2357" y="7848"/>
                    <a:pt x="1358" y="8092"/>
                    <a:pt x="200" y="8378"/>
                  </a:cubicBezTo>
                  <a:cubicBezTo>
                    <a:pt x="118" y="8399"/>
                    <a:pt x="34" y="8349"/>
                    <a:pt x="14" y="8265"/>
                  </a:cubicBezTo>
                  <a:cubicBezTo>
                    <a:pt x="0" y="8217"/>
                    <a:pt x="14" y="8167"/>
                    <a:pt x="43" y="8133"/>
                  </a:cubicBezTo>
                  <a:cubicBezTo>
                    <a:pt x="300" y="7767"/>
                    <a:pt x="667" y="7217"/>
                    <a:pt x="1107" y="6543"/>
                  </a:cubicBezTo>
                  <a:cubicBezTo>
                    <a:pt x="1526" y="5901"/>
                    <a:pt x="2009" y="5147"/>
                    <a:pt x="2522" y="4331"/>
                  </a:cubicBezTo>
                  <a:cubicBezTo>
                    <a:pt x="2818" y="3859"/>
                    <a:pt x="2997" y="3475"/>
                    <a:pt x="3214" y="3011"/>
                  </a:cubicBezTo>
                  <a:cubicBezTo>
                    <a:pt x="3305" y="2813"/>
                    <a:pt x="3405" y="2600"/>
                    <a:pt x="3537" y="2334"/>
                  </a:cubicBezTo>
                  <a:cubicBezTo>
                    <a:pt x="3631" y="2145"/>
                    <a:pt x="3781" y="1838"/>
                    <a:pt x="3955" y="1467"/>
                  </a:cubicBezTo>
                  <a:cubicBezTo>
                    <a:pt x="4133" y="1083"/>
                    <a:pt x="4343" y="623"/>
                    <a:pt x="4557" y="116"/>
                  </a:cubicBezTo>
                  <a:cubicBezTo>
                    <a:pt x="4589" y="37"/>
                    <a:pt x="4680" y="0"/>
                    <a:pt x="4758" y="32"/>
                  </a:cubicBezTo>
                  <a:cubicBezTo>
                    <a:pt x="4838" y="66"/>
                    <a:pt x="4874" y="156"/>
                    <a:pt x="4842" y="235"/>
                  </a:cubicBezTo>
                  <a:cubicBezTo>
                    <a:pt x="4625" y="747"/>
                    <a:pt x="4413" y="1211"/>
                    <a:pt x="4234" y="1596"/>
                  </a:cubicBezTo>
                  <a:cubicBezTo>
                    <a:pt x="4051" y="1989"/>
                    <a:pt x="3904" y="2286"/>
                    <a:pt x="3814" y="2471"/>
                  </a:cubicBezTo>
                  <a:cubicBezTo>
                    <a:pt x="3698" y="2707"/>
                    <a:pt x="3591" y="2932"/>
                    <a:pt x="3494" y="3143"/>
                  </a:cubicBezTo>
                  <a:cubicBezTo>
                    <a:pt x="3274" y="3614"/>
                    <a:pt x="3092" y="4003"/>
                    <a:pt x="2782" y="4497"/>
                  </a:cubicBezTo>
                  <a:cubicBezTo>
                    <a:pt x="2268" y="5314"/>
                    <a:pt x="1786" y="6070"/>
                    <a:pt x="1364" y="6715"/>
                  </a:cubicBezTo>
                  <a:cubicBezTo>
                    <a:pt x="1041" y="7211"/>
                    <a:pt x="755" y="7643"/>
                    <a:pt x="522" y="7982"/>
                  </a:cubicBezTo>
                  <a:cubicBezTo>
                    <a:pt x="1520" y="7736"/>
                    <a:pt x="2406" y="7522"/>
                    <a:pt x="3305" y="7331"/>
                  </a:cubicBezTo>
                  <a:cubicBezTo>
                    <a:pt x="4325" y="7113"/>
                    <a:pt x="5363" y="6923"/>
                    <a:pt x="6593" y="67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552;p73"/>
            <p:cNvSpPr/>
            <p:nvPr/>
          </p:nvSpPr>
          <p:spPr>
            <a:xfrm>
              <a:off x="3765752" y="3742479"/>
              <a:ext cx="878165" cy="532132"/>
            </a:xfrm>
            <a:custGeom>
              <a:avLst/>
              <a:gdLst/>
              <a:ahLst/>
              <a:cxnLst/>
              <a:rect l="l" t="t" r="r" b="b"/>
              <a:pathLst>
                <a:path w="20769" h="12657" extrusionOk="0">
                  <a:moveTo>
                    <a:pt x="17448" y="1621"/>
                  </a:moveTo>
                  <a:cubicBezTo>
                    <a:pt x="17440" y="1624"/>
                    <a:pt x="17430" y="1630"/>
                    <a:pt x="17423" y="1633"/>
                  </a:cubicBezTo>
                  <a:cubicBezTo>
                    <a:pt x="17243" y="1733"/>
                    <a:pt x="17063" y="1834"/>
                    <a:pt x="16879" y="1934"/>
                  </a:cubicBezTo>
                  <a:cubicBezTo>
                    <a:pt x="16483" y="2153"/>
                    <a:pt x="16079" y="2373"/>
                    <a:pt x="15674" y="2593"/>
                  </a:cubicBezTo>
                  <a:cubicBezTo>
                    <a:pt x="15037" y="2937"/>
                    <a:pt x="14393" y="3277"/>
                    <a:pt x="13750" y="3608"/>
                  </a:cubicBezTo>
                  <a:cubicBezTo>
                    <a:pt x="11771" y="4625"/>
                    <a:pt x="9817" y="5538"/>
                    <a:pt x="8239" y="6099"/>
                  </a:cubicBezTo>
                  <a:cubicBezTo>
                    <a:pt x="4705" y="7351"/>
                    <a:pt x="1691" y="7267"/>
                    <a:pt x="0" y="4609"/>
                  </a:cubicBezTo>
                  <a:cubicBezTo>
                    <a:pt x="40" y="4966"/>
                    <a:pt x="97" y="5315"/>
                    <a:pt x="170" y="5653"/>
                  </a:cubicBezTo>
                  <a:cubicBezTo>
                    <a:pt x="1684" y="12656"/>
                    <a:pt x="8246" y="11416"/>
                    <a:pt x="13603" y="8772"/>
                  </a:cubicBezTo>
                  <a:cubicBezTo>
                    <a:pt x="14673" y="8244"/>
                    <a:pt x="15695" y="7659"/>
                    <a:pt x="16618" y="7075"/>
                  </a:cubicBezTo>
                  <a:cubicBezTo>
                    <a:pt x="16791" y="6965"/>
                    <a:pt x="16963" y="6855"/>
                    <a:pt x="17129" y="6745"/>
                  </a:cubicBezTo>
                  <a:cubicBezTo>
                    <a:pt x="17390" y="6572"/>
                    <a:pt x="17641" y="6401"/>
                    <a:pt x="17882" y="6231"/>
                  </a:cubicBezTo>
                  <a:cubicBezTo>
                    <a:pt x="17976" y="6165"/>
                    <a:pt x="18068" y="6099"/>
                    <a:pt x="18161" y="6033"/>
                  </a:cubicBezTo>
                  <a:cubicBezTo>
                    <a:pt x="18330" y="5911"/>
                    <a:pt x="18493" y="5791"/>
                    <a:pt x="18648" y="5673"/>
                  </a:cubicBezTo>
                  <a:cubicBezTo>
                    <a:pt x="19669" y="4902"/>
                    <a:pt x="20422" y="4215"/>
                    <a:pt x="20768" y="3759"/>
                  </a:cubicBezTo>
                  <a:cubicBezTo>
                    <a:pt x="20765" y="3390"/>
                    <a:pt x="20748" y="3019"/>
                    <a:pt x="20718" y="2651"/>
                  </a:cubicBezTo>
                  <a:cubicBezTo>
                    <a:pt x="20655" y="1843"/>
                    <a:pt x="20530" y="1036"/>
                    <a:pt x="20351" y="256"/>
                  </a:cubicBezTo>
                  <a:cubicBezTo>
                    <a:pt x="20332" y="170"/>
                    <a:pt x="20312" y="84"/>
                    <a:pt x="20291" y="1"/>
                  </a:cubicBezTo>
                  <a:cubicBezTo>
                    <a:pt x="20241" y="30"/>
                    <a:pt x="20190" y="59"/>
                    <a:pt x="20138" y="89"/>
                  </a:cubicBezTo>
                  <a:cubicBezTo>
                    <a:pt x="20005" y="168"/>
                    <a:pt x="19867" y="246"/>
                    <a:pt x="19727" y="327"/>
                  </a:cubicBezTo>
                  <a:cubicBezTo>
                    <a:pt x="19393" y="522"/>
                    <a:pt x="19042" y="723"/>
                    <a:pt x="18678" y="929"/>
                  </a:cubicBezTo>
                  <a:cubicBezTo>
                    <a:pt x="18280" y="1153"/>
                    <a:pt x="17869" y="1387"/>
                    <a:pt x="17448" y="1621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553;p73"/>
            <p:cNvSpPr/>
            <p:nvPr/>
          </p:nvSpPr>
          <p:spPr>
            <a:xfrm>
              <a:off x="4208318" y="3901371"/>
              <a:ext cx="442360" cy="264489"/>
            </a:xfrm>
            <a:custGeom>
              <a:avLst/>
              <a:gdLst/>
              <a:ahLst/>
              <a:cxnLst/>
              <a:rect l="l" t="t" r="r" b="b"/>
              <a:pathLst>
                <a:path w="10462" h="6291" extrusionOk="0">
                  <a:moveTo>
                    <a:pt x="235" y="6257"/>
                  </a:moveTo>
                  <a:cubicBezTo>
                    <a:pt x="156" y="6291"/>
                    <a:pt x="67" y="6251"/>
                    <a:pt x="33" y="6173"/>
                  </a:cubicBezTo>
                  <a:cubicBezTo>
                    <a:pt x="1" y="6094"/>
                    <a:pt x="39" y="6005"/>
                    <a:pt x="118" y="5971"/>
                  </a:cubicBezTo>
                  <a:cubicBezTo>
                    <a:pt x="1814" y="5271"/>
                    <a:pt x="4265" y="4121"/>
                    <a:pt x="6408" y="2863"/>
                  </a:cubicBezTo>
                  <a:cubicBezTo>
                    <a:pt x="7972" y="1943"/>
                    <a:pt x="9368" y="966"/>
                    <a:pt x="10175" y="68"/>
                  </a:cubicBezTo>
                  <a:cubicBezTo>
                    <a:pt x="10233" y="3"/>
                    <a:pt x="10330" y="0"/>
                    <a:pt x="10394" y="56"/>
                  </a:cubicBezTo>
                  <a:cubicBezTo>
                    <a:pt x="10459" y="113"/>
                    <a:pt x="10462" y="210"/>
                    <a:pt x="10404" y="275"/>
                  </a:cubicBezTo>
                  <a:cubicBezTo>
                    <a:pt x="9575" y="1200"/>
                    <a:pt x="8154" y="2195"/>
                    <a:pt x="6564" y="3129"/>
                  </a:cubicBezTo>
                  <a:cubicBezTo>
                    <a:pt x="4408" y="4397"/>
                    <a:pt x="1940" y="5552"/>
                    <a:pt x="235" y="62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554;p73"/>
            <p:cNvSpPr/>
            <p:nvPr/>
          </p:nvSpPr>
          <p:spPr>
            <a:xfrm>
              <a:off x="4425669" y="3587077"/>
              <a:ext cx="122873" cy="409031"/>
            </a:xfrm>
            <a:custGeom>
              <a:avLst/>
              <a:gdLst/>
              <a:ahLst/>
              <a:cxnLst/>
              <a:rect l="l" t="t" r="r" b="b"/>
              <a:pathLst>
                <a:path w="2906" h="9729" extrusionOk="0">
                  <a:moveTo>
                    <a:pt x="36" y="240"/>
                  </a:moveTo>
                  <a:cubicBezTo>
                    <a:pt x="1" y="162"/>
                    <a:pt x="36" y="71"/>
                    <a:pt x="115" y="36"/>
                  </a:cubicBezTo>
                  <a:cubicBezTo>
                    <a:pt x="191" y="0"/>
                    <a:pt x="284" y="36"/>
                    <a:pt x="319" y="115"/>
                  </a:cubicBezTo>
                  <a:cubicBezTo>
                    <a:pt x="804" y="1200"/>
                    <a:pt x="1291" y="2694"/>
                    <a:pt x="1724" y="4278"/>
                  </a:cubicBezTo>
                  <a:cubicBezTo>
                    <a:pt x="2214" y="6069"/>
                    <a:pt x="2631" y="7976"/>
                    <a:pt x="2891" y="9535"/>
                  </a:cubicBezTo>
                  <a:cubicBezTo>
                    <a:pt x="2906" y="9620"/>
                    <a:pt x="2849" y="9699"/>
                    <a:pt x="2765" y="9714"/>
                  </a:cubicBezTo>
                  <a:cubicBezTo>
                    <a:pt x="2680" y="9729"/>
                    <a:pt x="2602" y="9672"/>
                    <a:pt x="2587" y="9586"/>
                  </a:cubicBezTo>
                  <a:cubicBezTo>
                    <a:pt x="2326" y="8033"/>
                    <a:pt x="1912" y="6137"/>
                    <a:pt x="1427" y="4359"/>
                  </a:cubicBezTo>
                  <a:cubicBezTo>
                    <a:pt x="997" y="2788"/>
                    <a:pt x="514" y="1310"/>
                    <a:pt x="36" y="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555;p73"/>
            <p:cNvSpPr/>
            <p:nvPr/>
          </p:nvSpPr>
          <p:spPr>
            <a:xfrm>
              <a:off x="5099201" y="2701337"/>
              <a:ext cx="346167" cy="913331"/>
            </a:xfrm>
            <a:custGeom>
              <a:avLst/>
              <a:gdLst/>
              <a:ahLst/>
              <a:cxnLst/>
              <a:rect l="l" t="t" r="r" b="b"/>
              <a:pathLst>
                <a:path w="8187" h="21724" extrusionOk="0">
                  <a:moveTo>
                    <a:pt x="1" y="408"/>
                  </a:moveTo>
                  <a:cubicBezTo>
                    <a:pt x="1586" y="2420"/>
                    <a:pt x="3519" y="6875"/>
                    <a:pt x="4876" y="9943"/>
                  </a:cubicBezTo>
                  <a:cubicBezTo>
                    <a:pt x="6015" y="12521"/>
                    <a:pt x="8186" y="21724"/>
                    <a:pt x="7719" y="15241"/>
                  </a:cubicBezTo>
                  <a:cubicBezTo>
                    <a:pt x="7426" y="11157"/>
                    <a:pt x="6419" y="4147"/>
                    <a:pt x="4620" y="2095"/>
                  </a:cubicBezTo>
                  <a:cubicBezTo>
                    <a:pt x="4016" y="1405"/>
                    <a:pt x="159" y="0"/>
                    <a:pt x="1" y="4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556;p73"/>
            <p:cNvSpPr/>
            <p:nvPr/>
          </p:nvSpPr>
          <p:spPr>
            <a:xfrm>
              <a:off x="5135095" y="2721225"/>
              <a:ext cx="268663" cy="631731"/>
            </a:xfrm>
            <a:custGeom>
              <a:avLst/>
              <a:gdLst/>
              <a:ahLst/>
              <a:cxnLst/>
              <a:rect l="l" t="t" r="r" b="b"/>
              <a:pathLst>
                <a:path w="6354" h="15026" extrusionOk="0">
                  <a:moveTo>
                    <a:pt x="47" y="258"/>
                  </a:moveTo>
                  <a:cubicBezTo>
                    <a:pt x="0" y="186"/>
                    <a:pt x="22" y="91"/>
                    <a:pt x="94" y="46"/>
                  </a:cubicBezTo>
                  <a:cubicBezTo>
                    <a:pt x="166" y="0"/>
                    <a:pt x="261" y="22"/>
                    <a:pt x="307" y="92"/>
                  </a:cubicBezTo>
                  <a:cubicBezTo>
                    <a:pt x="1373" y="1769"/>
                    <a:pt x="2814" y="4339"/>
                    <a:pt x="4077" y="7424"/>
                  </a:cubicBezTo>
                  <a:cubicBezTo>
                    <a:pt x="4996" y="9670"/>
                    <a:pt x="5819" y="12186"/>
                    <a:pt x="6337" y="14825"/>
                  </a:cubicBezTo>
                  <a:cubicBezTo>
                    <a:pt x="6354" y="14911"/>
                    <a:pt x="6298" y="14991"/>
                    <a:pt x="6216" y="15008"/>
                  </a:cubicBezTo>
                  <a:cubicBezTo>
                    <a:pt x="6132" y="15025"/>
                    <a:pt x="6051" y="14969"/>
                    <a:pt x="6034" y="14886"/>
                  </a:cubicBezTo>
                  <a:cubicBezTo>
                    <a:pt x="5520" y="12262"/>
                    <a:pt x="4704" y="9765"/>
                    <a:pt x="3792" y="7540"/>
                  </a:cubicBezTo>
                  <a:cubicBezTo>
                    <a:pt x="2537" y="4477"/>
                    <a:pt x="1105" y="1923"/>
                    <a:pt x="47" y="25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557;p73"/>
            <p:cNvSpPr/>
            <p:nvPr/>
          </p:nvSpPr>
          <p:spPr>
            <a:xfrm>
              <a:off x="4585227" y="2054460"/>
              <a:ext cx="597240" cy="642536"/>
            </a:xfrm>
            <a:custGeom>
              <a:avLst/>
              <a:gdLst/>
              <a:ahLst/>
              <a:cxnLst/>
              <a:rect l="l" t="t" r="r" b="b"/>
              <a:pathLst>
                <a:path w="14125" h="15283" extrusionOk="0">
                  <a:moveTo>
                    <a:pt x="10249" y="2527"/>
                  </a:moveTo>
                  <a:cubicBezTo>
                    <a:pt x="11205" y="5181"/>
                    <a:pt x="14125" y="10908"/>
                    <a:pt x="11880" y="12623"/>
                  </a:cubicBezTo>
                  <a:cubicBezTo>
                    <a:pt x="9635" y="14336"/>
                    <a:pt x="4740" y="15283"/>
                    <a:pt x="3200" y="12995"/>
                  </a:cubicBezTo>
                  <a:cubicBezTo>
                    <a:pt x="1661" y="10705"/>
                    <a:pt x="1" y="6648"/>
                    <a:pt x="38" y="5124"/>
                  </a:cubicBezTo>
                  <a:cubicBezTo>
                    <a:pt x="57" y="4371"/>
                    <a:pt x="1655" y="1601"/>
                    <a:pt x="4058" y="808"/>
                  </a:cubicBezTo>
                  <a:cubicBezTo>
                    <a:pt x="6507" y="1"/>
                    <a:pt x="9765" y="1188"/>
                    <a:pt x="10249" y="2527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58;p73"/>
            <p:cNvSpPr/>
            <p:nvPr/>
          </p:nvSpPr>
          <p:spPr>
            <a:xfrm>
              <a:off x="4599897" y="2054460"/>
              <a:ext cx="420330" cy="180530"/>
            </a:xfrm>
            <a:custGeom>
              <a:avLst/>
              <a:gdLst/>
              <a:ahLst/>
              <a:cxnLst/>
              <a:rect l="l" t="t" r="r" b="b"/>
              <a:pathLst>
                <a:path w="9941" h="4294" extrusionOk="0">
                  <a:moveTo>
                    <a:pt x="9902" y="2527"/>
                  </a:moveTo>
                  <a:lnTo>
                    <a:pt x="9940" y="2634"/>
                  </a:lnTo>
                  <a:cubicBezTo>
                    <a:pt x="9939" y="2633"/>
                    <a:pt x="9934" y="2630"/>
                    <a:pt x="9933" y="2628"/>
                  </a:cubicBezTo>
                  <a:cubicBezTo>
                    <a:pt x="9139" y="1953"/>
                    <a:pt x="7835" y="1248"/>
                    <a:pt x="4921" y="1651"/>
                  </a:cubicBezTo>
                  <a:cubicBezTo>
                    <a:pt x="2007" y="2053"/>
                    <a:pt x="198" y="4293"/>
                    <a:pt x="198" y="4293"/>
                  </a:cubicBezTo>
                  <a:cubicBezTo>
                    <a:pt x="129" y="4270"/>
                    <a:pt x="63" y="4246"/>
                    <a:pt x="0" y="4220"/>
                  </a:cubicBezTo>
                  <a:cubicBezTo>
                    <a:pt x="576" y="3086"/>
                    <a:pt x="1919" y="1400"/>
                    <a:pt x="3710" y="808"/>
                  </a:cubicBezTo>
                  <a:cubicBezTo>
                    <a:pt x="6160" y="1"/>
                    <a:pt x="9418" y="1188"/>
                    <a:pt x="9902" y="2527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59;p73"/>
            <p:cNvSpPr/>
            <p:nvPr/>
          </p:nvSpPr>
          <p:spPr>
            <a:xfrm>
              <a:off x="4490524" y="2105925"/>
              <a:ext cx="192089" cy="346178"/>
            </a:xfrm>
            <a:custGeom>
              <a:avLst/>
              <a:gdLst/>
              <a:ahLst/>
              <a:cxnLst/>
              <a:rect l="l" t="t" r="r" b="b"/>
              <a:pathLst>
                <a:path w="4543" h="8234" extrusionOk="0">
                  <a:moveTo>
                    <a:pt x="3483" y="2630"/>
                  </a:moveTo>
                  <a:cubicBezTo>
                    <a:pt x="4543" y="5258"/>
                    <a:pt x="4088" y="8072"/>
                    <a:pt x="3797" y="8179"/>
                  </a:cubicBezTo>
                  <a:cubicBezTo>
                    <a:pt x="3656" y="8233"/>
                    <a:pt x="3295" y="7621"/>
                    <a:pt x="2743" y="7392"/>
                  </a:cubicBezTo>
                  <a:cubicBezTo>
                    <a:pt x="2153" y="7149"/>
                    <a:pt x="1373" y="7282"/>
                    <a:pt x="1373" y="7282"/>
                  </a:cubicBezTo>
                  <a:cubicBezTo>
                    <a:pt x="1373" y="7282"/>
                    <a:pt x="485" y="4866"/>
                    <a:pt x="274" y="4111"/>
                  </a:cubicBezTo>
                  <a:cubicBezTo>
                    <a:pt x="64" y="3357"/>
                    <a:pt x="1" y="2284"/>
                    <a:pt x="843" y="1721"/>
                  </a:cubicBezTo>
                  <a:cubicBezTo>
                    <a:pt x="1684" y="1162"/>
                    <a:pt x="2420" y="1"/>
                    <a:pt x="3483" y="26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60;p73"/>
            <p:cNvSpPr/>
            <p:nvPr/>
          </p:nvSpPr>
          <p:spPr>
            <a:xfrm>
              <a:off x="4552292" y="1749375"/>
              <a:ext cx="540201" cy="536799"/>
            </a:xfrm>
            <a:custGeom>
              <a:avLst/>
              <a:gdLst/>
              <a:ahLst/>
              <a:cxnLst/>
              <a:rect l="l" t="t" r="r" b="b"/>
              <a:pathLst>
                <a:path w="12776" h="12768" extrusionOk="0">
                  <a:moveTo>
                    <a:pt x="61" y="9978"/>
                  </a:moveTo>
                  <a:cubicBezTo>
                    <a:pt x="0" y="2954"/>
                    <a:pt x="10118" y="0"/>
                    <a:pt x="12387" y="7186"/>
                  </a:cubicBezTo>
                  <a:cubicBezTo>
                    <a:pt x="12775" y="8412"/>
                    <a:pt x="12095" y="12767"/>
                    <a:pt x="12095" y="12767"/>
                  </a:cubicBezTo>
                  <a:cubicBezTo>
                    <a:pt x="12095" y="12767"/>
                    <a:pt x="10165" y="8290"/>
                    <a:pt x="7533" y="8114"/>
                  </a:cubicBezTo>
                  <a:cubicBezTo>
                    <a:pt x="3139" y="7819"/>
                    <a:pt x="1734" y="10592"/>
                    <a:pt x="1734" y="10592"/>
                  </a:cubicBezTo>
                  <a:cubicBezTo>
                    <a:pt x="1734" y="10592"/>
                    <a:pt x="78" y="11804"/>
                    <a:pt x="61" y="99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561;p73"/>
            <p:cNvSpPr/>
            <p:nvPr/>
          </p:nvSpPr>
          <p:spPr>
            <a:xfrm>
              <a:off x="4257657" y="1959226"/>
              <a:ext cx="589249" cy="623280"/>
            </a:xfrm>
            <a:custGeom>
              <a:avLst/>
              <a:gdLst/>
              <a:ahLst/>
              <a:cxnLst/>
              <a:rect l="l" t="t" r="r" b="b"/>
              <a:pathLst>
                <a:path w="13936" h="14825" extrusionOk="0">
                  <a:moveTo>
                    <a:pt x="10443" y="3227"/>
                  </a:moveTo>
                  <a:cubicBezTo>
                    <a:pt x="7298" y="5919"/>
                    <a:pt x="12950" y="10263"/>
                    <a:pt x="8082" y="12545"/>
                  </a:cubicBezTo>
                  <a:cubicBezTo>
                    <a:pt x="3213" y="14824"/>
                    <a:pt x="1" y="8519"/>
                    <a:pt x="2756" y="3982"/>
                  </a:cubicBezTo>
                  <a:cubicBezTo>
                    <a:pt x="5175" y="0"/>
                    <a:pt x="13935" y="240"/>
                    <a:pt x="10443" y="32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562;p73"/>
            <p:cNvSpPr/>
            <p:nvPr/>
          </p:nvSpPr>
          <p:spPr>
            <a:xfrm>
              <a:off x="4503207" y="2389945"/>
              <a:ext cx="206296" cy="235186"/>
            </a:xfrm>
            <a:custGeom>
              <a:avLst/>
              <a:gdLst/>
              <a:ahLst/>
              <a:cxnLst/>
              <a:rect l="l" t="t" r="r" b="b"/>
              <a:pathLst>
                <a:path w="4879" h="5594" extrusionOk="0">
                  <a:moveTo>
                    <a:pt x="3239" y="708"/>
                  </a:moveTo>
                  <a:cubicBezTo>
                    <a:pt x="3956" y="1628"/>
                    <a:pt x="4878" y="3036"/>
                    <a:pt x="4843" y="3865"/>
                  </a:cubicBezTo>
                  <a:lnTo>
                    <a:pt x="4837" y="3871"/>
                  </a:lnTo>
                  <a:cubicBezTo>
                    <a:pt x="4733" y="3973"/>
                    <a:pt x="3032" y="5593"/>
                    <a:pt x="1540" y="3826"/>
                  </a:cubicBezTo>
                  <a:cubicBezTo>
                    <a:pt x="0" y="2001"/>
                    <a:pt x="372" y="527"/>
                    <a:pt x="1622" y="193"/>
                  </a:cubicBezTo>
                  <a:cubicBezTo>
                    <a:pt x="2340" y="0"/>
                    <a:pt x="2897" y="364"/>
                    <a:pt x="3239" y="708"/>
                  </a:cubicBezTo>
                  <a:close/>
                </a:path>
              </a:pathLst>
            </a:custGeom>
            <a:solidFill>
              <a:srgbClr val="9760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563;p73"/>
            <p:cNvSpPr/>
            <p:nvPr/>
          </p:nvSpPr>
          <p:spPr>
            <a:xfrm>
              <a:off x="4553941" y="2436700"/>
              <a:ext cx="113486" cy="97623"/>
            </a:xfrm>
            <a:custGeom>
              <a:avLst/>
              <a:gdLst/>
              <a:ahLst/>
              <a:cxnLst/>
              <a:rect l="l" t="t" r="r" b="b"/>
              <a:pathLst>
                <a:path w="2684" h="2322" extrusionOk="0">
                  <a:moveTo>
                    <a:pt x="268" y="500"/>
                  </a:moveTo>
                  <a:cubicBezTo>
                    <a:pt x="189" y="544"/>
                    <a:pt x="89" y="515"/>
                    <a:pt x="45" y="435"/>
                  </a:cubicBezTo>
                  <a:cubicBezTo>
                    <a:pt x="1" y="356"/>
                    <a:pt x="30" y="256"/>
                    <a:pt x="108" y="214"/>
                  </a:cubicBezTo>
                  <a:lnTo>
                    <a:pt x="130" y="201"/>
                  </a:lnTo>
                  <a:cubicBezTo>
                    <a:pt x="500" y="1"/>
                    <a:pt x="871" y="8"/>
                    <a:pt x="1219" y="183"/>
                  </a:cubicBezTo>
                  <a:cubicBezTo>
                    <a:pt x="1547" y="349"/>
                    <a:pt x="1851" y="669"/>
                    <a:pt x="2097" y="1105"/>
                  </a:cubicBezTo>
                  <a:lnTo>
                    <a:pt x="2127" y="1159"/>
                  </a:lnTo>
                  <a:cubicBezTo>
                    <a:pt x="2683" y="2177"/>
                    <a:pt x="2394" y="2294"/>
                    <a:pt x="2391" y="2294"/>
                  </a:cubicBezTo>
                  <a:cubicBezTo>
                    <a:pt x="2328" y="2322"/>
                    <a:pt x="2256" y="2307"/>
                    <a:pt x="2210" y="2260"/>
                  </a:cubicBezTo>
                  <a:cubicBezTo>
                    <a:pt x="2207" y="2257"/>
                    <a:pt x="1537" y="1559"/>
                    <a:pt x="1073" y="1974"/>
                  </a:cubicBezTo>
                  <a:cubicBezTo>
                    <a:pt x="1004" y="2034"/>
                    <a:pt x="901" y="2028"/>
                    <a:pt x="841" y="1961"/>
                  </a:cubicBezTo>
                  <a:cubicBezTo>
                    <a:pt x="780" y="1893"/>
                    <a:pt x="786" y="1790"/>
                    <a:pt x="852" y="1729"/>
                  </a:cubicBezTo>
                  <a:cubicBezTo>
                    <a:pt x="1271" y="1353"/>
                    <a:pt x="1757" y="1534"/>
                    <a:pt x="2080" y="1739"/>
                  </a:cubicBezTo>
                  <a:cubicBezTo>
                    <a:pt x="2021" y="1639"/>
                    <a:pt x="1942" y="1504"/>
                    <a:pt x="1839" y="1315"/>
                  </a:cubicBezTo>
                  <a:lnTo>
                    <a:pt x="1814" y="1266"/>
                  </a:lnTo>
                  <a:cubicBezTo>
                    <a:pt x="1597" y="885"/>
                    <a:pt x="1341" y="612"/>
                    <a:pt x="1073" y="474"/>
                  </a:cubicBezTo>
                  <a:cubicBezTo>
                    <a:pt x="823" y="347"/>
                    <a:pt x="553" y="342"/>
                    <a:pt x="287" y="487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564;p73"/>
            <p:cNvSpPr/>
            <p:nvPr/>
          </p:nvSpPr>
          <p:spPr>
            <a:xfrm>
              <a:off x="4554702" y="1885015"/>
              <a:ext cx="519018" cy="326250"/>
            </a:xfrm>
            <a:custGeom>
              <a:avLst/>
              <a:gdLst/>
              <a:ahLst/>
              <a:cxnLst/>
              <a:rect l="l" t="t" r="r" b="b"/>
              <a:pathLst>
                <a:path w="12275" h="7760" extrusionOk="0">
                  <a:moveTo>
                    <a:pt x="4" y="6752"/>
                  </a:moveTo>
                  <a:cubicBezTo>
                    <a:pt x="1" y="6438"/>
                    <a:pt x="21" y="6134"/>
                    <a:pt x="56" y="5839"/>
                  </a:cubicBezTo>
                  <a:cubicBezTo>
                    <a:pt x="366" y="5499"/>
                    <a:pt x="641" y="5152"/>
                    <a:pt x="874" y="4807"/>
                  </a:cubicBezTo>
                  <a:cubicBezTo>
                    <a:pt x="2694" y="2110"/>
                    <a:pt x="5672" y="225"/>
                    <a:pt x="8427" y="1"/>
                  </a:cubicBezTo>
                  <a:cubicBezTo>
                    <a:pt x="10090" y="437"/>
                    <a:pt x="11545" y="1645"/>
                    <a:pt x="12275" y="3803"/>
                  </a:cubicBezTo>
                  <a:cubicBezTo>
                    <a:pt x="9488" y="946"/>
                    <a:pt x="4088" y="2316"/>
                    <a:pt x="2208" y="5575"/>
                  </a:cubicBezTo>
                  <a:cubicBezTo>
                    <a:pt x="1777" y="6319"/>
                    <a:pt x="1256" y="7061"/>
                    <a:pt x="661" y="7759"/>
                  </a:cubicBezTo>
                  <a:cubicBezTo>
                    <a:pt x="316" y="7755"/>
                    <a:pt x="12" y="7529"/>
                    <a:pt x="4" y="6752"/>
                  </a:cubicBezTo>
                  <a:close/>
                </a:path>
              </a:pathLst>
            </a:custGeom>
            <a:solidFill>
              <a:srgbClr val="FFFFFF">
                <a:alpha val="120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65;p73"/>
            <p:cNvSpPr/>
            <p:nvPr/>
          </p:nvSpPr>
          <p:spPr>
            <a:xfrm>
              <a:off x="4330882" y="2001945"/>
              <a:ext cx="400796" cy="375355"/>
            </a:xfrm>
            <a:custGeom>
              <a:avLst/>
              <a:gdLst/>
              <a:ahLst/>
              <a:cxnLst/>
              <a:rect l="l" t="t" r="r" b="b"/>
              <a:pathLst>
                <a:path w="9479" h="8928" extrusionOk="0">
                  <a:moveTo>
                    <a:pt x="421" y="8927"/>
                  </a:moveTo>
                  <a:cubicBezTo>
                    <a:pt x="146" y="8189"/>
                    <a:pt x="1" y="7364"/>
                    <a:pt x="11" y="6517"/>
                  </a:cubicBezTo>
                  <a:cubicBezTo>
                    <a:pt x="2613" y="5639"/>
                    <a:pt x="4958" y="3822"/>
                    <a:pt x="6170" y="2026"/>
                  </a:cubicBezTo>
                  <a:cubicBezTo>
                    <a:pt x="6672" y="1283"/>
                    <a:pt x="7262" y="604"/>
                    <a:pt x="7909" y="0"/>
                  </a:cubicBezTo>
                  <a:cubicBezTo>
                    <a:pt x="8721" y="81"/>
                    <a:pt x="9314" y="335"/>
                    <a:pt x="9478" y="740"/>
                  </a:cubicBezTo>
                  <a:cubicBezTo>
                    <a:pt x="8665" y="1282"/>
                    <a:pt x="7975" y="1979"/>
                    <a:pt x="7505" y="2791"/>
                  </a:cubicBezTo>
                  <a:cubicBezTo>
                    <a:pt x="6008" y="5385"/>
                    <a:pt x="3420" y="7900"/>
                    <a:pt x="421" y="8927"/>
                  </a:cubicBezTo>
                  <a:close/>
                </a:path>
              </a:pathLst>
            </a:custGeom>
            <a:solidFill>
              <a:srgbClr val="FFFFFF">
                <a:alpha val="120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566;p73"/>
            <p:cNvSpPr/>
            <p:nvPr/>
          </p:nvSpPr>
          <p:spPr>
            <a:xfrm>
              <a:off x="4606154" y="2533868"/>
              <a:ext cx="41987" cy="37754"/>
            </a:xfrm>
            <a:custGeom>
              <a:avLst/>
              <a:gdLst/>
              <a:ahLst/>
              <a:cxnLst/>
              <a:rect l="l" t="t" r="r" b="b"/>
              <a:pathLst>
                <a:path w="993" h="898" extrusionOk="0">
                  <a:moveTo>
                    <a:pt x="921" y="296"/>
                  </a:moveTo>
                  <a:cubicBezTo>
                    <a:pt x="851" y="93"/>
                    <a:pt x="602" y="1"/>
                    <a:pt x="368" y="84"/>
                  </a:cubicBezTo>
                  <a:cubicBezTo>
                    <a:pt x="133" y="168"/>
                    <a:pt x="1" y="400"/>
                    <a:pt x="71" y="602"/>
                  </a:cubicBezTo>
                  <a:cubicBezTo>
                    <a:pt x="143" y="804"/>
                    <a:pt x="391" y="898"/>
                    <a:pt x="626" y="812"/>
                  </a:cubicBezTo>
                  <a:cubicBezTo>
                    <a:pt x="861" y="729"/>
                    <a:pt x="993" y="497"/>
                    <a:pt x="921" y="2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567;p73"/>
            <p:cNvSpPr/>
            <p:nvPr/>
          </p:nvSpPr>
          <p:spPr>
            <a:xfrm>
              <a:off x="4820419" y="2378929"/>
              <a:ext cx="196740" cy="168843"/>
            </a:xfrm>
            <a:custGeom>
              <a:avLst/>
              <a:gdLst/>
              <a:ahLst/>
              <a:cxnLst/>
              <a:rect l="l" t="t" r="r" b="b"/>
              <a:pathLst>
                <a:path w="4653" h="4016" extrusionOk="0">
                  <a:moveTo>
                    <a:pt x="4058" y="192"/>
                  </a:moveTo>
                  <a:cubicBezTo>
                    <a:pt x="3052" y="1219"/>
                    <a:pt x="0" y="1300"/>
                    <a:pt x="0" y="1300"/>
                  </a:cubicBezTo>
                  <a:cubicBezTo>
                    <a:pt x="0" y="1300"/>
                    <a:pt x="606" y="4016"/>
                    <a:pt x="3234" y="2991"/>
                  </a:cubicBezTo>
                  <a:cubicBezTo>
                    <a:pt x="4652" y="2439"/>
                    <a:pt x="4243" y="1"/>
                    <a:pt x="4058" y="1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568;p73"/>
            <p:cNvSpPr/>
            <p:nvPr/>
          </p:nvSpPr>
          <p:spPr>
            <a:xfrm>
              <a:off x="4820335" y="2384311"/>
              <a:ext cx="179320" cy="91400"/>
            </a:xfrm>
            <a:custGeom>
              <a:avLst/>
              <a:gdLst/>
              <a:ahLst/>
              <a:cxnLst/>
              <a:rect l="l" t="t" r="r" b="b"/>
              <a:pathLst>
                <a:path w="4241" h="2174" extrusionOk="0">
                  <a:moveTo>
                    <a:pt x="149" y="1608"/>
                  </a:moveTo>
                  <a:cubicBezTo>
                    <a:pt x="949" y="1999"/>
                    <a:pt x="2094" y="2173"/>
                    <a:pt x="3531" y="1394"/>
                  </a:cubicBezTo>
                  <a:cubicBezTo>
                    <a:pt x="3928" y="1179"/>
                    <a:pt x="4145" y="878"/>
                    <a:pt x="4240" y="551"/>
                  </a:cubicBezTo>
                  <a:cubicBezTo>
                    <a:pt x="4204" y="215"/>
                    <a:pt x="4118" y="1"/>
                    <a:pt x="4058" y="64"/>
                  </a:cubicBezTo>
                  <a:cubicBezTo>
                    <a:pt x="3053" y="1091"/>
                    <a:pt x="1" y="1172"/>
                    <a:pt x="1" y="1172"/>
                  </a:cubicBezTo>
                  <a:cubicBezTo>
                    <a:pt x="1" y="1172"/>
                    <a:pt x="43" y="1356"/>
                    <a:pt x="149" y="16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569;p73"/>
            <p:cNvSpPr/>
            <p:nvPr/>
          </p:nvSpPr>
          <p:spPr>
            <a:xfrm>
              <a:off x="4880285" y="2135315"/>
              <a:ext cx="114374" cy="49442"/>
            </a:xfrm>
            <a:custGeom>
              <a:avLst/>
              <a:gdLst/>
              <a:ahLst/>
              <a:cxnLst/>
              <a:rect l="l" t="t" r="r" b="b"/>
              <a:pathLst>
                <a:path w="2705" h="1176" extrusionOk="0">
                  <a:moveTo>
                    <a:pt x="2452" y="896"/>
                  </a:moveTo>
                  <a:cubicBezTo>
                    <a:pt x="2705" y="1135"/>
                    <a:pt x="1260" y="1172"/>
                    <a:pt x="427" y="1175"/>
                  </a:cubicBezTo>
                  <a:cubicBezTo>
                    <a:pt x="102" y="1175"/>
                    <a:pt x="1" y="989"/>
                    <a:pt x="228" y="796"/>
                  </a:cubicBezTo>
                  <a:cubicBezTo>
                    <a:pt x="676" y="416"/>
                    <a:pt x="1506" y="1"/>
                    <a:pt x="2452" y="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570;p73"/>
            <p:cNvSpPr/>
            <p:nvPr/>
          </p:nvSpPr>
          <p:spPr>
            <a:xfrm>
              <a:off x="4678534" y="2210493"/>
              <a:ext cx="82705" cy="81562"/>
            </a:xfrm>
            <a:custGeom>
              <a:avLst/>
              <a:gdLst/>
              <a:ahLst/>
              <a:cxnLst/>
              <a:rect l="l" t="t" r="r" b="b"/>
              <a:pathLst>
                <a:path w="1956" h="1940" extrusionOk="0">
                  <a:moveTo>
                    <a:pt x="28" y="1593"/>
                  </a:moveTo>
                  <a:cubicBezTo>
                    <a:pt x="0" y="1940"/>
                    <a:pt x="1095" y="990"/>
                    <a:pt x="1715" y="428"/>
                  </a:cubicBezTo>
                  <a:cubicBezTo>
                    <a:pt x="1956" y="208"/>
                    <a:pt x="1904" y="1"/>
                    <a:pt x="1609" y="14"/>
                  </a:cubicBezTo>
                  <a:cubicBezTo>
                    <a:pt x="1022" y="36"/>
                    <a:pt x="132" y="288"/>
                    <a:pt x="28" y="15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571;p73"/>
            <p:cNvSpPr/>
            <p:nvPr/>
          </p:nvSpPr>
          <p:spPr>
            <a:xfrm>
              <a:off x="4896435" y="2296981"/>
              <a:ext cx="34968" cy="66637"/>
            </a:xfrm>
            <a:custGeom>
              <a:avLst/>
              <a:gdLst/>
              <a:ahLst/>
              <a:cxnLst/>
              <a:rect l="l" t="t" r="r" b="b"/>
              <a:pathLst>
                <a:path w="827" h="1585" extrusionOk="0">
                  <a:moveTo>
                    <a:pt x="114" y="270"/>
                  </a:moveTo>
                  <a:cubicBezTo>
                    <a:pt x="43" y="251"/>
                    <a:pt x="0" y="182"/>
                    <a:pt x="20" y="112"/>
                  </a:cubicBezTo>
                  <a:cubicBezTo>
                    <a:pt x="37" y="43"/>
                    <a:pt x="108" y="0"/>
                    <a:pt x="178" y="19"/>
                  </a:cubicBezTo>
                  <a:cubicBezTo>
                    <a:pt x="398" y="75"/>
                    <a:pt x="572" y="206"/>
                    <a:pt x="682" y="367"/>
                  </a:cubicBezTo>
                  <a:cubicBezTo>
                    <a:pt x="764" y="491"/>
                    <a:pt x="812" y="632"/>
                    <a:pt x="820" y="773"/>
                  </a:cubicBezTo>
                  <a:cubicBezTo>
                    <a:pt x="827" y="918"/>
                    <a:pt x="793" y="1063"/>
                    <a:pt x="714" y="1195"/>
                  </a:cubicBezTo>
                  <a:lnTo>
                    <a:pt x="710" y="1203"/>
                  </a:lnTo>
                  <a:cubicBezTo>
                    <a:pt x="611" y="1357"/>
                    <a:pt x="453" y="1487"/>
                    <a:pt x="221" y="1562"/>
                  </a:cubicBezTo>
                  <a:cubicBezTo>
                    <a:pt x="152" y="1584"/>
                    <a:pt x="78" y="1548"/>
                    <a:pt x="56" y="1477"/>
                  </a:cubicBezTo>
                  <a:cubicBezTo>
                    <a:pt x="34" y="1410"/>
                    <a:pt x="71" y="1335"/>
                    <a:pt x="140" y="1313"/>
                  </a:cubicBezTo>
                  <a:cubicBezTo>
                    <a:pt x="307" y="1257"/>
                    <a:pt x="420" y="1167"/>
                    <a:pt x="486" y="1065"/>
                  </a:cubicBezTo>
                  <a:lnTo>
                    <a:pt x="491" y="1059"/>
                  </a:lnTo>
                  <a:cubicBezTo>
                    <a:pt x="542" y="975"/>
                    <a:pt x="563" y="881"/>
                    <a:pt x="558" y="787"/>
                  </a:cubicBezTo>
                  <a:cubicBezTo>
                    <a:pt x="552" y="692"/>
                    <a:pt x="522" y="596"/>
                    <a:pt x="464" y="514"/>
                  </a:cubicBezTo>
                  <a:cubicBezTo>
                    <a:pt x="388" y="401"/>
                    <a:pt x="268" y="309"/>
                    <a:pt x="114" y="270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572;p73"/>
            <p:cNvSpPr/>
            <p:nvPr/>
          </p:nvSpPr>
          <p:spPr>
            <a:xfrm>
              <a:off x="4714978" y="2272342"/>
              <a:ext cx="81521" cy="57682"/>
            </a:xfrm>
            <a:custGeom>
              <a:avLst/>
              <a:gdLst/>
              <a:ahLst/>
              <a:cxnLst/>
              <a:rect l="l" t="t" r="r" b="b"/>
              <a:pathLst>
                <a:path w="1928" h="1372" extrusionOk="0">
                  <a:moveTo>
                    <a:pt x="1875" y="644"/>
                  </a:moveTo>
                  <a:cubicBezTo>
                    <a:pt x="1928" y="738"/>
                    <a:pt x="1895" y="856"/>
                    <a:pt x="1798" y="909"/>
                  </a:cubicBezTo>
                  <a:cubicBezTo>
                    <a:pt x="1706" y="962"/>
                    <a:pt x="1585" y="930"/>
                    <a:pt x="1533" y="834"/>
                  </a:cubicBezTo>
                  <a:cubicBezTo>
                    <a:pt x="1431" y="654"/>
                    <a:pt x="1224" y="500"/>
                    <a:pt x="1009" y="437"/>
                  </a:cubicBezTo>
                  <a:cubicBezTo>
                    <a:pt x="909" y="406"/>
                    <a:pt x="810" y="397"/>
                    <a:pt x="724" y="416"/>
                  </a:cubicBezTo>
                  <a:cubicBezTo>
                    <a:pt x="649" y="431"/>
                    <a:pt x="583" y="469"/>
                    <a:pt x="533" y="535"/>
                  </a:cubicBezTo>
                  <a:cubicBezTo>
                    <a:pt x="446" y="649"/>
                    <a:pt x="399" y="845"/>
                    <a:pt x="424" y="1152"/>
                  </a:cubicBezTo>
                  <a:cubicBezTo>
                    <a:pt x="433" y="1260"/>
                    <a:pt x="354" y="1354"/>
                    <a:pt x="245" y="1363"/>
                  </a:cubicBezTo>
                  <a:cubicBezTo>
                    <a:pt x="137" y="1372"/>
                    <a:pt x="43" y="1291"/>
                    <a:pt x="34" y="1182"/>
                  </a:cubicBezTo>
                  <a:cubicBezTo>
                    <a:pt x="0" y="771"/>
                    <a:pt x="79" y="485"/>
                    <a:pt x="220" y="299"/>
                  </a:cubicBezTo>
                  <a:cubicBezTo>
                    <a:pt x="333" y="149"/>
                    <a:pt x="482" y="65"/>
                    <a:pt x="644" y="33"/>
                  </a:cubicBezTo>
                  <a:cubicBezTo>
                    <a:pt x="797" y="1"/>
                    <a:pt x="960" y="14"/>
                    <a:pt x="1120" y="59"/>
                  </a:cubicBezTo>
                  <a:cubicBezTo>
                    <a:pt x="1424" y="153"/>
                    <a:pt x="1723" y="378"/>
                    <a:pt x="1875" y="6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573;p73"/>
            <p:cNvSpPr/>
            <p:nvPr/>
          </p:nvSpPr>
          <p:spPr>
            <a:xfrm>
              <a:off x="4917828" y="2218902"/>
              <a:ext cx="81563" cy="57682"/>
            </a:xfrm>
            <a:custGeom>
              <a:avLst/>
              <a:gdLst/>
              <a:ahLst/>
              <a:cxnLst/>
              <a:rect l="l" t="t" r="r" b="b"/>
              <a:pathLst>
                <a:path w="1929" h="1372" extrusionOk="0">
                  <a:moveTo>
                    <a:pt x="1876" y="643"/>
                  </a:moveTo>
                  <a:cubicBezTo>
                    <a:pt x="1928" y="736"/>
                    <a:pt x="1895" y="856"/>
                    <a:pt x="1799" y="909"/>
                  </a:cubicBezTo>
                  <a:cubicBezTo>
                    <a:pt x="1705" y="962"/>
                    <a:pt x="1586" y="930"/>
                    <a:pt x="1534" y="834"/>
                  </a:cubicBezTo>
                  <a:cubicBezTo>
                    <a:pt x="1432" y="654"/>
                    <a:pt x="1225" y="499"/>
                    <a:pt x="1008" y="435"/>
                  </a:cubicBezTo>
                  <a:cubicBezTo>
                    <a:pt x="910" y="406"/>
                    <a:pt x="810" y="397"/>
                    <a:pt x="725" y="416"/>
                  </a:cubicBezTo>
                  <a:cubicBezTo>
                    <a:pt x="648" y="432"/>
                    <a:pt x="582" y="469"/>
                    <a:pt x="534" y="535"/>
                  </a:cubicBezTo>
                  <a:cubicBezTo>
                    <a:pt x="447" y="648"/>
                    <a:pt x="402" y="846"/>
                    <a:pt x="425" y="1151"/>
                  </a:cubicBezTo>
                  <a:cubicBezTo>
                    <a:pt x="434" y="1260"/>
                    <a:pt x="353" y="1352"/>
                    <a:pt x="245" y="1363"/>
                  </a:cubicBezTo>
                  <a:cubicBezTo>
                    <a:pt x="137" y="1371"/>
                    <a:pt x="44" y="1291"/>
                    <a:pt x="35" y="1182"/>
                  </a:cubicBezTo>
                  <a:cubicBezTo>
                    <a:pt x="1" y="771"/>
                    <a:pt x="80" y="485"/>
                    <a:pt x="221" y="298"/>
                  </a:cubicBezTo>
                  <a:cubicBezTo>
                    <a:pt x="333" y="149"/>
                    <a:pt x="482" y="65"/>
                    <a:pt x="645" y="31"/>
                  </a:cubicBezTo>
                  <a:cubicBezTo>
                    <a:pt x="798" y="0"/>
                    <a:pt x="961" y="14"/>
                    <a:pt x="1121" y="61"/>
                  </a:cubicBezTo>
                  <a:cubicBezTo>
                    <a:pt x="1428" y="152"/>
                    <a:pt x="1724" y="376"/>
                    <a:pt x="1876" y="6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574;p73"/>
            <p:cNvSpPr/>
            <p:nvPr/>
          </p:nvSpPr>
          <p:spPr>
            <a:xfrm>
              <a:off x="4727323" y="2354626"/>
              <a:ext cx="92007" cy="82866"/>
            </a:xfrm>
            <a:custGeom>
              <a:avLst/>
              <a:gdLst/>
              <a:ahLst/>
              <a:cxnLst/>
              <a:rect l="l" t="t" r="r" b="b"/>
              <a:pathLst>
                <a:path w="2176" h="1971" extrusionOk="0">
                  <a:moveTo>
                    <a:pt x="2019" y="649"/>
                  </a:moveTo>
                  <a:cubicBezTo>
                    <a:pt x="1863" y="207"/>
                    <a:pt x="1318" y="0"/>
                    <a:pt x="805" y="185"/>
                  </a:cubicBezTo>
                  <a:cubicBezTo>
                    <a:pt x="291" y="370"/>
                    <a:pt x="0" y="880"/>
                    <a:pt x="157" y="1322"/>
                  </a:cubicBezTo>
                  <a:cubicBezTo>
                    <a:pt x="313" y="1764"/>
                    <a:pt x="857" y="1971"/>
                    <a:pt x="1371" y="1786"/>
                  </a:cubicBezTo>
                  <a:cubicBezTo>
                    <a:pt x="1885" y="1599"/>
                    <a:pt x="2176" y="1090"/>
                    <a:pt x="2019" y="649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575;p73"/>
            <p:cNvSpPr/>
            <p:nvPr/>
          </p:nvSpPr>
          <p:spPr>
            <a:xfrm>
              <a:off x="4969238" y="2284494"/>
              <a:ext cx="91922" cy="82866"/>
            </a:xfrm>
            <a:custGeom>
              <a:avLst/>
              <a:gdLst/>
              <a:ahLst/>
              <a:cxnLst/>
              <a:rect l="l" t="t" r="r" b="b"/>
              <a:pathLst>
                <a:path w="2174" h="1971" extrusionOk="0">
                  <a:moveTo>
                    <a:pt x="2018" y="650"/>
                  </a:moveTo>
                  <a:cubicBezTo>
                    <a:pt x="1860" y="208"/>
                    <a:pt x="1316" y="1"/>
                    <a:pt x="803" y="186"/>
                  </a:cubicBezTo>
                  <a:cubicBezTo>
                    <a:pt x="290" y="371"/>
                    <a:pt x="0" y="879"/>
                    <a:pt x="156" y="1322"/>
                  </a:cubicBezTo>
                  <a:cubicBezTo>
                    <a:pt x="312" y="1764"/>
                    <a:pt x="856" y="1971"/>
                    <a:pt x="1370" y="1786"/>
                  </a:cubicBezTo>
                  <a:cubicBezTo>
                    <a:pt x="1882" y="1601"/>
                    <a:pt x="2173" y="1090"/>
                    <a:pt x="2018" y="650"/>
                  </a:cubicBezTo>
                  <a:close/>
                </a:path>
              </a:pathLst>
            </a:custGeom>
            <a:solidFill>
              <a:srgbClr val="0F2238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4766348" y="147482"/>
            <a:ext cx="21259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Expected Performance</a:t>
            </a:r>
            <a:endParaRPr lang="en-US" b="1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105774" y="482065"/>
            <a:ext cx="1297730" cy="936552"/>
            <a:chOff x="3862819" y="781050"/>
            <a:chExt cx="1647219" cy="1188772"/>
          </a:xfrm>
        </p:grpSpPr>
        <p:sp>
          <p:nvSpPr>
            <p:cNvPr id="70" name="Google Shape;1161;p57"/>
            <p:cNvSpPr txBox="1">
              <a:spLocks/>
            </p:cNvSpPr>
            <p:nvPr/>
          </p:nvSpPr>
          <p:spPr>
            <a:xfrm>
              <a:off x="3862819" y="1512621"/>
              <a:ext cx="1404599" cy="4572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9pPr>
            </a:lstStyle>
            <a:p>
              <a:pPr algn="ctr"/>
              <a:r>
                <a:rPr lang="en-US" sz="1000" dirty="0">
                  <a:solidFill>
                    <a:schemeClr val="accent2"/>
                  </a:solidFill>
                </a:rPr>
                <a:t>High-Risk Recall:≥ 0.80</a:t>
              </a:r>
              <a:endParaRPr lang="en" sz="1000" dirty="0">
                <a:solidFill>
                  <a:schemeClr val="accent2"/>
                </a:solidFill>
              </a:endParaRPr>
            </a:p>
          </p:txBody>
        </p:sp>
        <p:grpSp>
          <p:nvGrpSpPr>
            <p:cNvPr id="72" name="Google Shape;1174;p57"/>
            <p:cNvGrpSpPr/>
            <p:nvPr/>
          </p:nvGrpSpPr>
          <p:grpSpPr>
            <a:xfrm rot="579">
              <a:off x="3964390" y="1233574"/>
              <a:ext cx="1545648" cy="175883"/>
              <a:chOff x="3780575" y="1708525"/>
              <a:chExt cx="2601225" cy="296050"/>
            </a:xfrm>
          </p:grpSpPr>
          <p:sp>
            <p:nvSpPr>
              <p:cNvPr id="73" name="Google Shape;1175;p57"/>
              <p:cNvSpPr/>
              <p:nvPr/>
            </p:nvSpPr>
            <p:spPr>
              <a:xfrm>
                <a:off x="3780575" y="1708525"/>
                <a:ext cx="2601225" cy="296050"/>
              </a:xfrm>
              <a:custGeom>
                <a:avLst/>
                <a:gdLst/>
                <a:ahLst/>
                <a:cxnLst/>
                <a:rect l="l" t="t" r="r" b="b"/>
                <a:pathLst>
                  <a:path w="104049" h="11842" extrusionOk="0">
                    <a:moveTo>
                      <a:pt x="92518" y="1"/>
                    </a:moveTo>
                    <a:cubicBezTo>
                      <a:pt x="92518" y="1"/>
                      <a:pt x="92518" y="1"/>
                      <a:pt x="92518" y="1"/>
                    </a:cubicBezTo>
                    <a:lnTo>
                      <a:pt x="102126" y="7409"/>
                    </a:lnTo>
                    <a:lnTo>
                      <a:pt x="1920" y="7409"/>
                    </a:lnTo>
                    <a:lnTo>
                      <a:pt x="11528" y="1"/>
                    </a:lnTo>
                    <a:cubicBezTo>
                      <a:pt x="10154" y="1"/>
                      <a:pt x="1" y="8371"/>
                      <a:pt x="1" y="8371"/>
                    </a:cubicBezTo>
                    <a:lnTo>
                      <a:pt x="47221" y="9565"/>
                    </a:lnTo>
                    <a:cubicBezTo>
                      <a:pt x="48049" y="10691"/>
                      <a:pt x="49463" y="11842"/>
                      <a:pt x="51804" y="11842"/>
                    </a:cubicBezTo>
                    <a:cubicBezTo>
                      <a:pt x="54141" y="11842"/>
                      <a:pt x="55718" y="10695"/>
                      <a:pt x="56700" y="9566"/>
                    </a:cubicBezTo>
                    <a:lnTo>
                      <a:pt x="104048" y="8371"/>
                    </a:lnTo>
                    <a:cubicBezTo>
                      <a:pt x="104048" y="8371"/>
                      <a:pt x="93895" y="1"/>
                      <a:pt x="925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176;p57"/>
              <p:cNvSpPr/>
              <p:nvPr/>
            </p:nvSpPr>
            <p:spPr>
              <a:xfrm>
                <a:off x="3828575" y="1773275"/>
                <a:ext cx="11244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44976" h="4495" extrusionOk="0">
                    <a:moveTo>
                      <a:pt x="27566" y="0"/>
                    </a:moveTo>
                    <a:cubicBezTo>
                      <a:pt x="26054" y="0"/>
                      <a:pt x="24447" y="86"/>
                      <a:pt x="22747" y="282"/>
                    </a:cubicBezTo>
                    <a:cubicBezTo>
                      <a:pt x="8955" y="1869"/>
                      <a:pt x="4839" y="3618"/>
                      <a:pt x="0" y="4339"/>
                    </a:cubicBezTo>
                    <a:cubicBezTo>
                      <a:pt x="0" y="4339"/>
                      <a:pt x="1158" y="4493"/>
                      <a:pt x="3140" y="4493"/>
                    </a:cubicBezTo>
                    <a:cubicBezTo>
                      <a:pt x="5121" y="4493"/>
                      <a:pt x="7926" y="4339"/>
                      <a:pt x="11220" y="3721"/>
                    </a:cubicBezTo>
                    <a:cubicBezTo>
                      <a:pt x="15033" y="3005"/>
                      <a:pt x="22572" y="1704"/>
                      <a:pt x="29802" y="1704"/>
                    </a:cubicBezTo>
                    <a:cubicBezTo>
                      <a:pt x="35061" y="1704"/>
                      <a:pt x="40156" y="2392"/>
                      <a:pt x="43537" y="4495"/>
                    </a:cubicBezTo>
                    <a:lnTo>
                      <a:pt x="44976" y="4339"/>
                    </a:lnTo>
                    <a:lnTo>
                      <a:pt x="44259" y="4339"/>
                    </a:lnTo>
                    <a:cubicBezTo>
                      <a:pt x="44259" y="4339"/>
                      <a:pt x="38323" y="0"/>
                      <a:pt x="275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177;p57"/>
              <p:cNvSpPr/>
              <p:nvPr/>
            </p:nvSpPr>
            <p:spPr>
              <a:xfrm>
                <a:off x="3828575" y="1708525"/>
                <a:ext cx="2505150" cy="231575"/>
              </a:xfrm>
              <a:custGeom>
                <a:avLst/>
                <a:gdLst/>
                <a:ahLst/>
                <a:cxnLst/>
                <a:rect l="l" t="t" r="r" b="b"/>
                <a:pathLst>
                  <a:path w="100206" h="9263" extrusionOk="0">
                    <a:moveTo>
                      <a:pt x="9608" y="1"/>
                    </a:moveTo>
                    <a:lnTo>
                      <a:pt x="0" y="7409"/>
                    </a:lnTo>
                    <a:lnTo>
                      <a:pt x="44866" y="7409"/>
                    </a:lnTo>
                    <a:cubicBezTo>
                      <a:pt x="45815" y="8094"/>
                      <a:pt x="47797" y="9263"/>
                      <a:pt x="50226" y="9263"/>
                    </a:cubicBezTo>
                    <a:cubicBezTo>
                      <a:pt x="52654" y="9263"/>
                      <a:pt x="54511" y="8094"/>
                      <a:pt x="55391" y="7409"/>
                    </a:cubicBezTo>
                    <a:lnTo>
                      <a:pt x="54369" y="7409"/>
                    </a:lnTo>
                    <a:lnTo>
                      <a:pt x="54369" y="6929"/>
                    </a:lnTo>
                    <a:lnTo>
                      <a:pt x="55949" y="6929"/>
                    </a:lnTo>
                    <a:cubicBezTo>
                      <a:pt x="55949" y="6929"/>
                      <a:pt x="55754" y="7128"/>
                      <a:pt x="55391" y="7409"/>
                    </a:cubicBezTo>
                    <a:lnTo>
                      <a:pt x="100206" y="7409"/>
                    </a:lnTo>
                    <a:lnTo>
                      <a:pt x="905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178;p57"/>
              <p:cNvSpPr/>
              <p:nvPr/>
            </p:nvSpPr>
            <p:spPr>
              <a:xfrm>
                <a:off x="5187775" y="1881725"/>
                <a:ext cx="395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1581" h="481" extrusionOk="0">
                    <a:moveTo>
                      <a:pt x="1" y="1"/>
                    </a:moveTo>
                    <a:lnTo>
                      <a:pt x="1" y="481"/>
                    </a:lnTo>
                    <a:lnTo>
                      <a:pt x="1023" y="481"/>
                    </a:lnTo>
                    <a:cubicBezTo>
                      <a:pt x="1386" y="200"/>
                      <a:pt x="1581" y="1"/>
                      <a:pt x="15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7" name="Google Shape;1179;p57"/>
            <p:cNvSpPr/>
            <p:nvPr/>
          </p:nvSpPr>
          <p:spPr>
            <a:xfrm>
              <a:off x="4234264" y="781050"/>
              <a:ext cx="1005900" cy="1005900"/>
            </a:xfrm>
            <a:prstGeom prst="pie">
              <a:avLst>
                <a:gd name="adj1" fmla="val 10829158"/>
                <a:gd name="adj2" fmla="val 1480320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269003" y="528711"/>
            <a:ext cx="925425" cy="795547"/>
            <a:chOff x="6727378" y="781050"/>
            <a:chExt cx="1545648" cy="1328728"/>
          </a:xfrm>
        </p:grpSpPr>
        <p:sp>
          <p:nvSpPr>
            <p:cNvPr id="71" name="Google Shape;1163;p57"/>
            <p:cNvSpPr txBox="1">
              <a:spLocks/>
            </p:cNvSpPr>
            <p:nvPr/>
          </p:nvSpPr>
          <p:spPr>
            <a:xfrm>
              <a:off x="6767560" y="1431801"/>
              <a:ext cx="1465248" cy="477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9pPr>
            </a:lstStyle>
            <a:p>
              <a:pPr algn="ctr"/>
              <a:r>
                <a:rPr lang="en" sz="1100" dirty="0" smtClean="0">
                  <a:solidFill>
                    <a:schemeClr val="accent3"/>
                  </a:solidFill>
                </a:rPr>
                <a:t>80-90%</a:t>
              </a:r>
              <a:endParaRPr lang="en" sz="1100" dirty="0">
                <a:solidFill>
                  <a:schemeClr val="accent3"/>
                </a:solidFill>
              </a:endParaRPr>
            </a:p>
          </p:txBody>
        </p:sp>
        <p:grpSp>
          <p:nvGrpSpPr>
            <p:cNvPr id="78" name="Google Shape;1180;p57"/>
            <p:cNvGrpSpPr/>
            <p:nvPr/>
          </p:nvGrpSpPr>
          <p:grpSpPr>
            <a:xfrm rot="579">
              <a:off x="6727378" y="1233574"/>
              <a:ext cx="1545648" cy="175883"/>
              <a:chOff x="3780575" y="1708525"/>
              <a:chExt cx="2601225" cy="296050"/>
            </a:xfrm>
          </p:grpSpPr>
          <p:sp>
            <p:nvSpPr>
              <p:cNvPr id="79" name="Google Shape;1181;p57"/>
              <p:cNvSpPr/>
              <p:nvPr/>
            </p:nvSpPr>
            <p:spPr>
              <a:xfrm>
                <a:off x="3780575" y="1708525"/>
                <a:ext cx="2601225" cy="296050"/>
              </a:xfrm>
              <a:custGeom>
                <a:avLst/>
                <a:gdLst/>
                <a:ahLst/>
                <a:cxnLst/>
                <a:rect l="l" t="t" r="r" b="b"/>
                <a:pathLst>
                  <a:path w="104049" h="11842" extrusionOk="0">
                    <a:moveTo>
                      <a:pt x="92518" y="1"/>
                    </a:moveTo>
                    <a:cubicBezTo>
                      <a:pt x="92518" y="1"/>
                      <a:pt x="92518" y="1"/>
                      <a:pt x="92518" y="1"/>
                    </a:cubicBezTo>
                    <a:lnTo>
                      <a:pt x="102126" y="7409"/>
                    </a:lnTo>
                    <a:lnTo>
                      <a:pt x="1920" y="7409"/>
                    </a:lnTo>
                    <a:lnTo>
                      <a:pt x="11528" y="1"/>
                    </a:lnTo>
                    <a:cubicBezTo>
                      <a:pt x="10154" y="1"/>
                      <a:pt x="1" y="8371"/>
                      <a:pt x="1" y="8371"/>
                    </a:cubicBezTo>
                    <a:lnTo>
                      <a:pt x="47221" y="9565"/>
                    </a:lnTo>
                    <a:cubicBezTo>
                      <a:pt x="48049" y="10691"/>
                      <a:pt x="49463" y="11842"/>
                      <a:pt x="51804" y="11842"/>
                    </a:cubicBezTo>
                    <a:cubicBezTo>
                      <a:pt x="54141" y="11842"/>
                      <a:pt x="55718" y="10695"/>
                      <a:pt x="56700" y="9566"/>
                    </a:cubicBezTo>
                    <a:lnTo>
                      <a:pt x="104048" y="8371"/>
                    </a:lnTo>
                    <a:cubicBezTo>
                      <a:pt x="104048" y="8371"/>
                      <a:pt x="93895" y="1"/>
                      <a:pt x="925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182;p57"/>
              <p:cNvSpPr/>
              <p:nvPr/>
            </p:nvSpPr>
            <p:spPr>
              <a:xfrm>
                <a:off x="3828575" y="1773275"/>
                <a:ext cx="1124400" cy="112375"/>
              </a:xfrm>
              <a:custGeom>
                <a:avLst/>
                <a:gdLst/>
                <a:ahLst/>
                <a:cxnLst/>
                <a:rect l="l" t="t" r="r" b="b"/>
                <a:pathLst>
                  <a:path w="44976" h="4495" extrusionOk="0">
                    <a:moveTo>
                      <a:pt x="27566" y="0"/>
                    </a:moveTo>
                    <a:cubicBezTo>
                      <a:pt x="26054" y="0"/>
                      <a:pt x="24447" y="86"/>
                      <a:pt x="22747" y="282"/>
                    </a:cubicBezTo>
                    <a:cubicBezTo>
                      <a:pt x="8955" y="1869"/>
                      <a:pt x="4839" y="3618"/>
                      <a:pt x="0" y="4339"/>
                    </a:cubicBezTo>
                    <a:cubicBezTo>
                      <a:pt x="0" y="4339"/>
                      <a:pt x="1158" y="4493"/>
                      <a:pt x="3140" y="4493"/>
                    </a:cubicBezTo>
                    <a:cubicBezTo>
                      <a:pt x="5121" y="4493"/>
                      <a:pt x="7926" y="4339"/>
                      <a:pt x="11220" y="3721"/>
                    </a:cubicBezTo>
                    <a:cubicBezTo>
                      <a:pt x="15033" y="3005"/>
                      <a:pt x="22572" y="1704"/>
                      <a:pt x="29802" y="1704"/>
                    </a:cubicBezTo>
                    <a:cubicBezTo>
                      <a:pt x="35061" y="1704"/>
                      <a:pt x="40156" y="2392"/>
                      <a:pt x="43537" y="4495"/>
                    </a:cubicBezTo>
                    <a:lnTo>
                      <a:pt x="44976" y="4339"/>
                    </a:lnTo>
                    <a:lnTo>
                      <a:pt x="44259" y="4339"/>
                    </a:lnTo>
                    <a:cubicBezTo>
                      <a:pt x="44259" y="4339"/>
                      <a:pt x="38323" y="0"/>
                      <a:pt x="275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183;p57"/>
              <p:cNvSpPr/>
              <p:nvPr/>
            </p:nvSpPr>
            <p:spPr>
              <a:xfrm>
                <a:off x="3828575" y="1708525"/>
                <a:ext cx="2505150" cy="231575"/>
              </a:xfrm>
              <a:custGeom>
                <a:avLst/>
                <a:gdLst/>
                <a:ahLst/>
                <a:cxnLst/>
                <a:rect l="l" t="t" r="r" b="b"/>
                <a:pathLst>
                  <a:path w="100206" h="9263" extrusionOk="0">
                    <a:moveTo>
                      <a:pt x="9608" y="1"/>
                    </a:moveTo>
                    <a:lnTo>
                      <a:pt x="0" y="7409"/>
                    </a:lnTo>
                    <a:lnTo>
                      <a:pt x="44866" y="7409"/>
                    </a:lnTo>
                    <a:cubicBezTo>
                      <a:pt x="45815" y="8094"/>
                      <a:pt x="47797" y="9263"/>
                      <a:pt x="50226" y="9263"/>
                    </a:cubicBezTo>
                    <a:cubicBezTo>
                      <a:pt x="52654" y="9263"/>
                      <a:pt x="54511" y="8094"/>
                      <a:pt x="55391" y="7409"/>
                    </a:cubicBezTo>
                    <a:lnTo>
                      <a:pt x="54369" y="7409"/>
                    </a:lnTo>
                    <a:lnTo>
                      <a:pt x="54369" y="6929"/>
                    </a:lnTo>
                    <a:lnTo>
                      <a:pt x="55949" y="6929"/>
                    </a:lnTo>
                    <a:cubicBezTo>
                      <a:pt x="55949" y="6929"/>
                      <a:pt x="55754" y="7128"/>
                      <a:pt x="55391" y="7409"/>
                    </a:cubicBezTo>
                    <a:lnTo>
                      <a:pt x="100206" y="7409"/>
                    </a:lnTo>
                    <a:lnTo>
                      <a:pt x="905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1184;p57"/>
              <p:cNvSpPr/>
              <p:nvPr/>
            </p:nvSpPr>
            <p:spPr>
              <a:xfrm>
                <a:off x="5187775" y="1881725"/>
                <a:ext cx="395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1581" h="481" extrusionOk="0">
                    <a:moveTo>
                      <a:pt x="1" y="1"/>
                    </a:moveTo>
                    <a:lnTo>
                      <a:pt x="1" y="481"/>
                    </a:lnTo>
                    <a:lnTo>
                      <a:pt x="1023" y="481"/>
                    </a:lnTo>
                    <a:cubicBezTo>
                      <a:pt x="1386" y="200"/>
                      <a:pt x="1581" y="1"/>
                      <a:pt x="15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3" name="Google Shape;1185;p57"/>
            <p:cNvSpPr/>
            <p:nvPr/>
          </p:nvSpPr>
          <p:spPr>
            <a:xfrm>
              <a:off x="6997252" y="781050"/>
              <a:ext cx="1005900" cy="1005900"/>
            </a:xfrm>
            <a:prstGeom prst="pie">
              <a:avLst>
                <a:gd name="adj1" fmla="val 10829158"/>
                <a:gd name="adj2" fmla="val 19822069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163;p57"/>
            <p:cNvSpPr txBox="1">
              <a:spLocks/>
            </p:cNvSpPr>
            <p:nvPr/>
          </p:nvSpPr>
          <p:spPr>
            <a:xfrm>
              <a:off x="6767560" y="1632526"/>
              <a:ext cx="1465248" cy="477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500"/>
                <a:buFont typeface="ABeeZee"/>
                <a:buNone/>
                <a:defRPr sz="3500" b="1" i="0" u="none" strike="noStrike" cap="none">
                  <a:solidFill>
                    <a:schemeClr val="dk1"/>
                  </a:solidFill>
                  <a:latin typeface="ABeeZee"/>
                  <a:ea typeface="ABeeZee"/>
                  <a:cs typeface="ABeeZee"/>
                  <a:sym typeface="ABeeZee"/>
                </a:defRPr>
              </a:lvl9pPr>
            </a:lstStyle>
            <a:p>
              <a:pPr algn="ctr"/>
              <a:r>
                <a:rPr lang="en" sz="1000" dirty="0" smtClean="0">
                  <a:solidFill>
                    <a:schemeClr val="accent3"/>
                  </a:solidFill>
                </a:rPr>
                <a:t>Accuracy</a:t>
              </a:r>
              <a:endParaRPr lang="en" sz="1000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87" name="Rectangle 86"/>
          <p:cNvSpPr/>
          <p:nvPr/>
        </p:nvSpPr>
        <p:spPr>
          <a:xfrm rot="5400000">
            <a:off x="5367432" y="876742"/>
            <a:ext cx="749886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72"/>
          <p:cNvSpPr txBox="1">
            <a:spLocks noGrp="1"/>
          </p:cNvSpPr>
          <p:nvPr>
            <p:ph type="ctrTitle"/>
          </p:nvPr>
        </p:nvSpPr>
        <p:spPr>
          <a:xfrm>
            <a:off x="2347862" y="2034927"/>
            <a:ext cx="4284000" cy="109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endParaRPr dirty="0"/>
          </a:p>
        </p:txBody>
      </p:sp>
      <p:grpSp>
        <p:nvGrpSpPr>
          <p:cNvPr id="1450" name="Google Shape;1450;p72"/>
          <p:cNvGrpSpPr/>
          <p:nvPr/>
        </p:nvGrpSpPr>
        <p:grpSpPr>
          <a:xfrm>
            <a:off x="417130" y="2637586"/>
            <a:ext cx="1237126" cy="1965911"/>
            <a:chOff x="4846438" y="3420973"/>
            <a:chExt cx="734810" cy="1143969"/>
          </a:xfrm>
        </p:grpSpPr>
        <p:sp>
          <p:nvSpPr>
            <p:cNvPr id="1451" name="Google Shape;1451;p72"/>
            <p:cNvSpPr/>
            <p:nvPr/>
          </p:nvSpPr>
          <p:spPr>
            <a:xfrm>
              <a:off x="4877152" y="3525871"/>
              <a:ext cx="341138" cy="966241"/>
            </a:xfrm>
            <a:custGeom>
              <a:avLst/>
              <a:gdLst/>
              <a:ahLst/>
              <a:cxnLst/>
              <a:rect l="l" t="t" r="r" b="b"/>
              <a:pathLst>
                <a:path w="8263" h="23407" extrusionOk="0">
                  <a:moveTo>
                    <a:pt x="7579" y="22528"/>
                  </a:moveTo>
                  <a:cubicBezTo>
                    <a:pt x="7711" y="22807"/>
                    <a:pt x="7593" y="23142"/>
                    <a:pt x="7315" y="23274"/>
                  </a:cubicBezTo>
                  <a:cubicBezTo>
                    <a:pt x="7036" y="23406"/>
                    <a:pt x="6701" y="23289"/>
                    <a:pt x="6569" y="23010"/>
                  </a:cubicBezTo>
                  <a:lnTo>
                    <a:pt x="101" y="9462"/>
                  </a:lnTo>
                  <a:cubicBezTo>
                    <a:pt x="1" y="9256"/>
                    <a:pt x="42" y="9020"/>
                    <a:pt x="181" y="8855"/>
                  </a:cubicBezTo>
                  <a:lnTo>
                    <a:pt x="7201" y="273"/>
                  </a:lnTo>
                  <a:cubicBezTo>
                    <a:pt x="7398" y="35"/>
                    <a:pt x="7751" y="0"/>
                    <a:pt x="7990" y="194"/>
                  </a:cubicBezTo>
                  <a:cubicBezTo>
                    <a:pt x="8228" y="391"/>
                    <a:pt x="8263" y="743"/>
                    <a:pt x="8068" y="982"/>
                  </a:cubicBezTo>
                  <a:lnTo>
                    <a:pt x="1262" y="93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72"/>
            <p:cNvSpPr/>
            <p:nvPr/>
          </p:nvSpPr>
          <p:spPr>
            <a:xfrm>
              <a:off x="4873478" y="3549319"/>
              <a:ext cx="292091" cy="932185"/>
            </a:xfrm>
            <a:custGeom>
              <a:avLst/>
              <a:gdLst/>
              <a:ahLst/>
              <a:cxnLst/>
              <a:rect l="l" t="t" r="r" b="b"/>
              <a:pathLst>
                <a:path w="7075" h="22582" extrusionOk="0">
                  <a:moveTo>
                    <a:pt x="6768" y="22387"/>
                  </a:moveTo>
                  <a:cubicBezTo>
                    <a:pt x="6797" y="22449"/>
                    <a:pt x="6772" y="22523"/>
                    <a:pt x="6709" y="22550"/>
                  </a:cubicBezTo>
                  <a:cubicBezTo>
                    <a:pt x="6649" y="22581"/>
                    <a:pt x="6576" y="22555"/>
                    <a:pt x="6546" y="22493"/>
                  </a:cubicBezTo>
                  <a:lnTo>
                    <a:pt x="78" y="8945"/>
                  </a:lnTo>
                  <a:cubicBezTo>
                    <a:pt x="19" y="8822"/>
                    <a:pt x="0" y="8688"/>
                    <a:pt x="16" y="8562"/>
                  </a:cubicBezTo>
                  <a:cubicBezTo>
                    <a:pt x="34" y="8431"/>
                    <a:pt x="88" y="8308"/>
                    <a:pt x="175" y="8209"/>
                  </a:cubicBezTo>
                  <a:lnTo>
                    <a:pt x="6841" y="62"/>
                  </a:lnTo>
                  <a:cubicBezTo>
                    <a:pt x="6884" y="8"/>
                    <a:pt x="6963" y="0"/>
                    <a:pt x="7014" y="43"/>
                  </a:cubicBezTo>
                  <a:cubicBezTo>
                    <a:pt x="7067" y="87"/>
                    <a:pt x="7075" y="165"/>
                    <a:pt x="7031" y="216"/>
                  </a:cubicBezTo>
                  <a:lnTo>
                    <a:pt x="361" y="8365"/>
                  </a:lnTo>
                  <a:cubicBezTo>
                    <a:pt x="307" y="8430"/>
                    <a:pt x="272" y="8510"/>
                    <a:pt x="259" y="8593"/>
                  </a:cubicBezTo>
                  <a:cubicBezTo>
                    <a:pt x="248" y="8673"/>
                    <a:pt x="262" y="8757"/>
                    <a:pt x="298" y="8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72"/>
            <p:cNvSpPr/>
            <p:nvPr/>
          </p:nvSpPr>
          <p:spPr>
            <a:xfrm>
              <a:off x="4846438" y="3853734"/>
              <a:ext cx="116754" cy="116781"/>
            </a:xfrm>
            <a:custGeom>
              <a:avLst/>
              <a:gdLst/>
              <a:ahLst/>
              <a:cxnLst/>
              <a:rect l="l" t="t" r="r" b="b"/>
              <a:pathLst>
                <a:path w="2828" h="2829" extrusionOk="0">
                  <a:moveTo>
                    <a:pt x="1414" y="2829"/>
                  </a:moveTo>
                  <a:cubicBezTo>
                    <a:pt x="2192" y="2829"/>
                    <a:pt x="2828" y="2195"/>
                    <a:pt x="2828" y="1414"/>
                  </a:cubicBezTo>
                  <a:cubicBezTo>
                    <a:pt x="2828" y="637"/>
                    <a:pt x="2192" y="0"/>
                    <a:pt x="1414" y="0"/>
                  </a:cubicBezTo>
                  <a:cubicBezTo>
                    <a:pt x="638" y="0"/>
                    <a:pt x="1" y="634"/>
                    <a:pt x="1" y="1414"/>
                  </a:cubicBezTo>
                  <a:cubicBezTo>
                    <a:pt x="1" y="2195"/>
                    <a:pt x="635" y="2829"/>
                    <a:pt x="1414" y="28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72"/>
            <p:cNvSpPr/>
            <p:nvPr/>
          </p:nvSpPr>
          <p:spPr>
            <a:xfrm>
              <a:off x="4885037" y="3892498"/>
              <a:ext cx="39510" cy="39422"/>
            </a:xfrm>
            <a:custGeom>
              <a:avLst/>
              <a:gdLst/>
              <a:ahLst/>
              <a:cxnLst/>
              <a:rect l="l" t="t" r="r" b="b"/>
              <a:pathLst>
                <a:path w="957" h="955" extrusionOk="0">
                  <a:moveTo>
                    <a:pt x="479" y="955"/>
                  </a:moveTo>
                  <a:cubicBezTo>
                    <a:pt x="742" y="955"/>
                    <a:pt x="956" y="741"/>
                    <a:pt x="956" y="478"/>
                  </a:cubicBezTo>
                  <a:cubicBezTo>
                    <a:pt x="956" y="215"/>
                    <a:pt x="742" y="1"/>
                    <a:pt x="479" y="1"/>
                  </a:cubicBezTo>
                  <a:cubicBezTo>
                    <a:pt x="216" y="1"/>
                    <a:pt x="2" y="215"/>
                    <a:pt x="2" y="478"/>
                  </a:cubicBezTo>
                  <a:cubicBezTo>
                    <a:pt x="1" y="741"/>
                    <a:pt x="216" y="955"/>
                    <a:pt x="479" y="9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72"/>
            <p:cNvSpPr/>
            <p:nvPr/>
          </p:nvSpPr>
          <p:spPr>
            <a:xfrm>
              <a:off x="4906215" y="3856211"/>
              <a:ext cx="62093" cy="119299"/>
            </a:xfrm>
            <a:custGeom>
              <a:avLst/>
              <a:gdLst/>
              <a:ahLst/>
              <a:cxnLst/>
              <a:rect l="l" t="t" r="r" b="b"/>
              <a:pathLst>
                <a:path w="1504" h="2890" extrusionOk="0">
                  <a:moveTo>
                    <a:pt x="625" y="244"/>
                  </a:moveTo>
                  <a:cubicBezTo>
                    <a:pt x="570" y="210"/>
                    <a:pt x="549" y="134"/>
                    <a:pt x="584" y="78"/>
                  </a:cubicBezTo>
                  <a:cubicBezTo>
                    <a:pt x="618" y="19"/>
                    <a:pt x="694" y="0"/>
                    <a:pt x="750" y="36"/>
                  </a:cubicBezTo>
                  <a:cubicBezTo>
                    <a:pt x="981" y="171"/>
                    <a:pt x="1171" y="366"/>
                    <a:pt x="1304" y="596"/>
                  </a:cubicBezTo>
                  <a:cubicBezTo>
                    <a:pt x="1431" y="821"/>
                    <a:pt x="1503" y="1079"/>
                    <a:pt x="1503" y="1355"/>
                  </a:cubicBezTo>
                  <a:cubicBezTo>
                    <a:pt x="1503" y="1747"/>
                    <a:pt x="1356" y="2105"/>
                    <a:pt x="1114" y="2377"/>
                  </a:cubicBezTo>
                  <a:cubicBezTo>
                    <a:pt x="871" y="2652"/>
                    <a:pt x="528" y="2838"/>
                    <a:pt x="144" y="2882"/>
                  </a:cubicBezTo>
                  <a:cubicBezTo>
                    <a:pt x="75" y="2889"/>
                    <a:pt x="15" y="2841"/>
                    <a:pt x="7" y="2773"/>
                  </a:cubicBezTo>
                  <a:cubicBezTo>
                    <a:pt x="0" y="2706"/>
                    <a:pt x="48" y="2644"/>
                    <a:pt x="116" y="2637"/>
                  </a:cubicBezTo>
                  <a:cubicBezTo>
                    <a:pt x="439" y="2600"/>
                    <a:pt x="725" y="2443"/>
                    <a:pt x="931" y="2214"/>
                  </a:cubicBezTo>
                  <a:cubicBezTo>
                    <a:pt x="1135" y="1987"/>
                    <a:pt x="1257" y="1686"/>
                    <a:pt x="1257" y="1355"/>
                  </a:cubicBezTo>
                  <a:cubicBezTo>
                    <a:pt x="1257" y="1122"/>
                    <a:pt x="1196" y="905"/>
                    <a:pt x="1091" y="717"/>
                  </a:cubicBezTo>
                  <a:cubicBezTo>
                    <a:pt x="978" y="521"/>
                    <a:pt x="819" y="359"/>
                    <a:pt x="625" y="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72"/>
            <p:cNvSpPr/>
            <p:nvPr/>
          </p:nvSpPr>
          <p:spPr>
            <a:xfrm>
              <a:off x="4942792" y="4450180"/>
              <a:ext cx="452896" cy="86688"/>
            </a:xfrm>
            <a:custGeom>
              <a:avLst/>
              <a:gdLst/>
              <a:ahLst/>
              <a:cxnLst/>
              <a:rect l="l" t="t" r="r" b="b"/>
              <a:pathLst>
                <a:path w="10970" h="2100" extrusionOk="0">
                  <a:moveTo>
                    <a:pt x="1133" y="0"/>
                  </a:moveTo>
                  <a:lnTo>
                    <a:pt x="5485" y="0"/>
                  </a:lnTo>
                  <a:lnTo>
                    <a:pt x="9838" y="0"/>
                  </a:lnTo>
                  <a:cubicBezTo>
                    <a:pt x="10570" y="0"/>
                    <a:pt x="10764" y="1324"/>
                    <a:pt x="10970" y="2100"/>
                  </a:cubicBezTo>
                  <a:lnTo>
                    <a:pt x="5485" y="2100"/>
                  </a:lnTo>
                  <a:lnTo>
                    <a:pt x="1" y="2100"/>
                  </a:lnTo>
                  <a:cubicBezTo>
                    <a:pt x="206" y="1324"/>
                    <a:pt x="399" y="0"/>
                    <a:pt x="11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72"/>
            <p:cNvSpPr/>
            <p:nvPr/>
          </p:nvSpPr>
          <p:spPr>
            <a:xfrm>
              <a:off x="5092234" y="4388958"/>
              <a:ext cx="153745" cy="76905"/>
            </a:xfrm>
            <a:custGeom>
              <a:avLst/>
              <a:gdLst/>
              <a:ahLst/>
              <a:cxnLst/>
              <a:rect l="l" t="t" r="r" b="b"/>
              <a:pathLst>
                <a:path w="3724" h="1863" extrusionOk="0">
                  <a:moveTo>
                    <a:pt x="1864" y="1"/>
                  </a:moveTo>
                  <a:cubicBezTo>
                    <a:pt x="2891" y="1"/>
                    <a:pt x="3724" y="834"/>
                    <a:pt x="3724" y="1862"/>
                  </a:cubicBezTo>
                  <a:lnTo>
                    <a:pt x="1" y="1862"/>
                  </a:lnTo>
                  <a:cubicBezTo>
                    <a:pt x="2" y="834"/>
                    <a:pt x="836" y="1"/>
                    <a:pt x="186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72"/>
            <p:cNvSpPr/>
            <p:nvPr/>
          </p:nvSpPr>
          <p:spPr>
            <a:xfrm>
              <a:off x="5100615" y="4444854"/>
              <a:ext cx="139296" cy="13953"/>
            </a:xfrm>
            <a:custGeom>
              <a:avLst/>
              <a:gdLst/>
              <a:ahLst/>
              <a:cxnLst/>
              <a:rect l="l" t="t" r="r" b="b"/>
              <a:pathLst>
                <a:path w="3374" h="338" extrusionOk="0">
                  <a:moveTo>
                    <a:pt x="115" y="251"/>
                  </a:moveTo>
                  <a:cubicBezTo>
                    <a:pt x="47" y="244"/>
                    <a:pt x="0" y="184"/>
                    <a:pt x="8" y="115"/>
                  </a:cubicBezTo>
                  <a:cubicBezTo>
                    <a:pt x="15" y="47"/>
                    <a:pt x="75" y="0"/>
                    <a:pt x="141" y="7"/>
                  </a:cubicBezTo>
                  <a:cubicBezTo>
                    <a:pt x="661" y="63"/>
                    <a:pt x="1178" y="91"/>
                    <a:pt x="1692" y="91"/>
                  </a:cubicBezTo>
                  <a:cubicBezTo>
                    <a:pt x="2205" y="91"/>
                    <a:pt x="2719" y="63"/>
                    <a:pt x="3232" y="7"/>
                  </a:cubicBezTo>
                  <a:cubicBezTo>
                    <a:pt x="3299" y="0"/>
                    <a:pt x="3359" y="49"/>
                    <a:pt x="3367" y="115"/>
                  </a:cubicBezTo>
                  <a:cubicBezTo>
                    <a:pt x="3374" y="184"/>
                    <a:pt x="3325" y="244"/>
                    <a:pt x="3259" y="251"/>
                  </a:cubicBezTo>
                  <a:cubicBezTo>
                    <a:pt x="2740" y="308"/>
                    <a:pt x="2219" y="335"/>
                    <a:pt x="1693" y="335"/>
                  </a:cubicBezTo>
                  <a:cubicBezTo>
                    <a:pt x="1166" y="338"/>
                    <a:pt x="642" y="308"/>
                    <a:pt x="115" y="2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72"/>
            <p:cNvSpPr/>
            <p:nvPr/>
          </p:nvSpPr>
          <p:spPr>
            <a:xfrm>
              <a:off x="5096197" y="3420973"/>
              <a:ext cx="201925" cy="209455"/>
            </a:xfrm>
            <a:custGeom>
              <a:avLst/>
              <a:gdLst/>
              <a:ahLst/>
              <a:cxnLst/>
              <a:rect l="l" t="t" r="r" b="b"/>
              <a:pathLst>
                <a:path w="4891" h="5074" extrusionOk="0">
                  <a:moveTo>
                    <a:pt x="714" y="573"/>
                  </a:moveTo>
                  <a:lnTo>
                    <a:pt x="714" y="573"/>
                  </a:lnTo>
                  <a:cubicBezTo>
                    <a:pt x="1364" y="0"/>
                    <a:pt x="2365" y="62"/>
                    <a:pt x="2938" y="712"/>
                  </a:cubicBezTo>
                  <a:lnTo>
                    <a:pt x="4318" y="2277"/>
                  </a:lnTo>
                  <a:cubicBezTo>
                    <a:pt x="4890" y="2926"/>
                    <a:pt x="4829" y="3928"/>
                    <a:pt x="4178" y="4501"/>
                  </a:cubicBezTo>
                  <a:lnTo>
                    <a:pt x="4178" y="4501"/>
                  </a:lnTo>
                  <a:cubicBezTo>
                    <a:pt x="3529" y="5074"/>
                    <a:pt x="2527" y="5010"/>
                    <a:pt x="1954" y="4362"/>
                  </a:cubicBezTo>
                  <a:lnTo>
                    <a:pt x="574" y="2797"/>
                  </a:lnTo>
                  <a:cubicBezTo>
                    <a:pt x="0" y="2146"/>
                    <a:pt x="62" y="1147"/>
                    <a:pt x="714" y="57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72"/>
            <p:cNvSpPr/>
            <p:nvPr/>
          </p:nvSpPr>
          <p:spPr>
            <a:xfrm>
              <a:off x="5130544" y="3474062"/>
              <a:ext cx="428786" cy="421840"/>
            </a:xfrm>
            <a:custGeom>
              <a:avLst/>
              <a:gdLst/>
              <a:ahLst/>
              <a:cxnLst/>
              <a:rect l="l" t="t" r="r" b="b"/>
              <a:pathLst>
                <a:path w="10386" h="10219" extrusionOk="0">
                  <a:moveTo>
                    <a:pt x="2194" y="1932"/>
                  </a:moveTo>
                  <a:cubicBezTo>
                    <a:pt x="4387" y="0"/>
                    <a:pt x="7744" y="228"/>
                    <a:pt x="10385" y="3221"/>
                  </a:cubicBezTo>
                  <a:lnTo>
                    <a:pt x="2448" y="10219"/>
                  </a:lnTo>
                  <a:cubicBezTo>
                    <a:pt x="55" y="7507"/>
                    <a:pt x="1" y="3864"/>
                    <a:pt x="2194" y="19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72"/>
            <p:cNvSpPr/>
            <p:nvPr/>
          </p:nvSpPr>
          <p:spPr>
            <a:xfrm>
              <a:off x="5209683" y="3582138"/>
              <a:ext cx="371565" cy="338620"/>
            </a:xfrm>
            <a:custGeom>
              <a:avLst/>
              <a:gdLst/>
              <a:ahLst/>
              <a:cxnLst/>
              <a:rect l="l" t="t" r="r" b="b"/>
              <a:pathLst>
                <a:path w="9000" h="8203" extrusionOk="0">
                  <a:moveTo>
                    <a:pt x="3540" y="3013"/>
                  </a:moveTo>
                  <a:cubicBezTo>
                    <a:pt x="5733" y="1081"/>
                    <a:pt x="7938" y="1"/>
                    <a:pt x="8468" y="603"/>
                  </a:cubicBezTo>
                  <a:cubicBezTo>
                    <a:pt x="9000" y="1202"/>
                    <a:pt x="7651" y="3257"/>
                    <a:pt x="5457" y="5190"/>
                  </a:cubicBezTo>
                  <a:cubicBezTo>
                    <a:pt x="3264" y="7122"/>
                    <a:pt x="1059" y="8203"/>
                    <a:pt x="528" y="7601"/>
                  </a:cubicBezTo>
                  <a:cubicBezTo>
                    <a:pt x="1" y="7000"/>
                    <a:pt x="1347" y="4948"/>
                    <a:pt x="3540" y="30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72"/>
            <p:cNvSpPr/>
            <p:nvPr/>
          </p:nvSpPr>
          <p:spPr>
            <a:xfrm>
              <a:off x="5149989" y="3524963"/>
              <a:ext cx="108291" cy="365493"/>
            </a:xfrm>
            <a:custGeom>
              <a:avLst/>
              <a:gdLst/>
              <a:ahLst/>
              <a:cxnLst/>
              <a:rect l="l" t="t" r="r" b="b"/>
              <a:pathLst>
                <a:path w="2623" h="8854" extrusionOk="0">
                  <a:moveTo>
                    <a:pt x="1842" y="8639"/>
                  </a:moveTo>
                  <a:cubicBezTo>
                    <a:pt x="1884" y="8692"/>
                    <a:pt x="1877" y="8770"/>
                    <a:pt x="1824" y="8811"/>
                  </a:cubicBezTo>
                  <a:cubicBezTo>
                    <a:pt x="1771" y="8854"/>
                    <a:pt x="1693" y="8845"/>
                    <a:pt x="1652" y="8794"/>
                  </a:cubicBezTo>
                  <a:cubicBezTo>
                    <a:pt x="556" y="7436"/>
                    <a:pt x="10" y="5878"/>
                    <a:pt x="5" y="4419"/>
                  </a:cubicBezTo>
                  <a:cubicBezTo>
                    <a:pt x="1" y="2942"/>
                    <a:pt x="551" y="1569"/>
                    <a:pt x="1641" y="605"/>
                  </a:cubicBezTo>
                  <a:cubicBezTo>
                    <a:pt x="1762" y="499"/>
                    <a:pt x="1889" y="397"/>
                    <a:pt x="2019" y="301"/>
                  </a:cubicBezTo>
                  <a:cubicBezTo>
                    <a:pt x="2149" y="206"/>
                    <a:pt x="2281" y="118"/>
                    <a:pt x="2419" y="35"/>
                  </a:cubicBezTo>
                  <a:cubicBezTo>
                    <a:pt x="2477" y="0"/>
                    <a:pt x="2552" y="18"/>
                    <a:pt x="2588" y="76"/>
                  </a:cubicBezTo>
                  <a:cubicBezTo>
                    <a:pt x="2623" y="135"/>
                    <a:pt x="2604" y="212"/>
                    <a:pt x="2545" y="245"/>
                  </a:cubicBezTo>
                  <a:cubicBezTo>
                    <a:pt x="2416" y="323"/>
                    <a:pt x="2288" y="407"/>
                    <a:pt x="2163" y="499"/>
                  </a:cubicBezTo>
                  <a:cubicBezTo>
                    <a:pt x="2041" y="589"/>
                    <a:pt x="1921" y="686"/>
                    <a:pt x="1802" y="790"/>
                  </a:cubicBezTo>
                  <a:cubicBezTo>
                    <a:pt x="766" y="1705"/>
                    <a:pt x="245" y="3013"/>
                    <a:pt x="250" y="4419"/>
                  </a:cubicBezTo>
                  <a:cubicBezTo>
                    <a:pt x="255" y="5822"/>
                    <a:pt x="783" y="7327"/>
                    <a:pt x="1842" y="8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72"/>
            <p:cNvSpPr/>
            <p:nvPr/>
          </p:nvSpPr>
          <p:spPr>
            <a:xfrm>
              <a:off x="5097684" y="3468530"/>
              <a:ext cx="84841" cy="138205"/>
            </a:xfrm>
            <a:custGeom>
              <a:avLst/>
              <a:gdLst/>
              <a:ahLst/>
              <a:cxnLst/>
              <a:rect l="l" t="t" r="r" b="b"/>
              <a:pathLst>
                <a:path w="2055" h="3348" extrusionOk="0">
                  <a:moveTo>
                    <a:pt x="2011" y="3130"/>
                  </a:moveTo>
                  <a:cubicBezTo>
                    <a:pt x="2055" y="3182"/>
                    <a:pt x="2050" y="3259"/>
                    <a:pt x="1999" y="3303"/>
                  </a:cubicBezTo>
                  <a:cubicBezTo>
                    <a:pt x="1948" y="3348"/>
                    <a:pt x="1871" y="3343"/>
                    <a:pt x="1827" y="3292"/>
                  </a:cubicBezTo>
                  <a:lnTo>
                    <a:pt x="447" y="1727"/>
                  </a:lnTo>
                  <a:cubicBezTo>
                    <a:pt x="249" y="1501"/>
                    <a:pt x="120" y="1237"/>
                    <a:pt x="61" y="962"/>
                  </a:cubicBezTo>
                  <a:cubicBezTo>
                    <a:pt x="1" y="677"/>
                    <a:pt x="14" y="378"/>
                    <a:pt x="101" y="100"/>
                  </a:cubicBezTo>
                  <a:cubicBezTo>
                    <a:pt x="120" y="37"/>
                    <a:pt x="189" y="0"/>
                    <a:pt x="252" y="20"/>
                  </a:cubicBezTo>
                  <a:cubicBezTo>
                    <a:pt x="317" y="40"/>
                    <a:pt x="353" y="108"/>
                    <a:pt x="333" y="172"/>
                  </a:cubicBezTo>
                  <a:cubicBezTo>
                    <a:pt x="259" y="411"/>
                    <a:pt x="249" y="665"/>
                    <a:pt x="300" y="911"/>
                  </a:cubicBezTo>
                  <a:cubicBezTo>
                    <a:pt x="350" y="1145"/>
                    <a:pt x="460" y="1370"/>
                    <a:pt x="629" y="15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72"/>
            <p:cNvSpPr/>
            <p:nvPr/>
          </p:nvSpPr>
          <p:spPr>
            <a:xfrm>
              <a:off x="4899528" y="4520112"/>
              <a:ext cx="538191" cy="44830"/>
            </a:xfrm>
            <a:custGeom>
              <a:avLst/>
              <a:gdLst/>
              <a:ahLst/>
              <a:cxnLst/>
              <a:rect l="l" t="t" r="r" b="b"/>
              <a:pathLst>
                <a:path w="13036" h="1086" extrusionOk="0">
                  <a:moveTo>
                    <a:pt x="544" y="0"/>
                  </a:moveTo>
                  <a:lnTo>
                    <a:pt x="12493" y="0"/>
                  </a:lnTo>
                  <a:cubicBezTo>
                    <a:pt x="12793" y="0"/>
                    <a:pt x="13035" y="244"/>
                    <a:pt x="13035" y="542"/>
                  </a:cubicBezTo>
                  <a:lnTo>
                    <a:pt x="13035" y="542"/>
                  </a:lnTo>
                  <a:cubicBezTo>
                    <a:pt x="13035" y="842"/>
                    <a:pt x="12790" y="1085"/>
                    <a:pt x="12493" y="1085"/>
                  </a:cubicBezTo>
                  <a:lnTo>
                    <a:pt x="544" y="1085"/>
                  </a:lnTo>
                  <a:cubicBezTo>
                    <a:pt x="247" y="1085"/>
                    <a:pt x="2" y="842"/>
                    <a:pt x="2" y="542"/>
                  </a:cubicBezTo>
                  <a:lnTo>
                    <a:pt x="2" y="542"/>
                  </a:lnTo>
                  <a:cubicBezTo>
                    <a:pt x="1" y="243"/>
                    <a:pt x="247" y="0"/>
                    <a:pt x="5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72"/>
            <p:cNvSpPr/>
            <p:nvPr/>
          </p:nvSpPr>
          <p:spPr>
            <a:xfrm>
              <a:off x="5319866" y="3661607"/>
              <a:ext cx="143672" cy="136472"/>
            </a:xfrm>
            <a:custGeom>
              <a:avLst/>
              <a:gdLst/>
              <a:ahLst/>
              <a:cxnLst/>
              <a:rect l="l" t="t" r="r" b="b"/>
              <a:pathLst>
                <a:path w="3480" h="3306" extrusionOk="0">
                  <a:moveTo>
                    <a:pt x="2822" y="1"/>
                  </a:moveTo>
                  <a:cubicBezTo>
                    <a:pt x="2291" y="347"/>
                    <a:pt x="1718" y="782"/>
                    <a:pt x="1150" y="1285"/>
                  </a:cubicBezTo>
                  <a:cubicBezTo>
                    <a:pt x="726" y="1658"/>
                    <a:pt x="340" y="2037"/>
                    <a:pt x="1" y="2407"/>
                  </a:cubicBezTo>
                  <a:cubicBezTo>
                    <a:pt x="206" y="2741"/>
                    <a:pt x="515" y="3010"/>
                    <a:pt x="882" y="3163"/>
                  </a:cubicBezTo>
                  <a:cubicBezTo>
                    <a:pt x="1103" y="3254"/>
                    <a:pt x="1348" y="3305"/>
                    <a:pt x="1602" y="3305"/>
                  </a:cubicBezTo>
                  <a:cubicBezTo>
                    <a:pt x="2640" y="3305"/>
                    <a:pt x="3480" y="2465"/>
                    <a:pt x="3480" y="1427"/>
                  </a:cubicBezTo>
                  <a:cubicBezTo>
                    <a:pt x="3480" y="1256"/>
                    <a:pt x="3456" y="1088"/>
                    <a:pt x="3412" y="928"/>
                  </a:cubicBezTo>
                  <a:cubicBezTo>
                    <a:pt x="3311" y="564"/>
                    <a:pt x="3103" y="241"/>
                    <a:pt x="2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6" name="Google Shape;1466;p72"/>
          <p:cNvGrpSpPr/>
          <p:nvPr/>
        </p:nvGrpSpPr>
        <p:grpSpPr>
          <a:xfrm rot="899960">
            <a:off x="6914476" y="1022087"/>
            <a:ext cx="1934970" cy="1288460"/>
            <a:chOff x="4840824" y="1896256"/>
            <a:chExt cx="1935028" cy="1288499"/>
          </a:xfrm>
        </p:grpSpPr>
        <p:sp>
          <p:nvSpPr>
            <p:cNvPr id="1467" name="Google Shape;1467;p72"/>
            <p:cNvSpPr/>
            <p:nvPr/>
          </p:nvSpPr>
          <p:spPr>
            <a:xfrm>
              <a:off x="4840824" y="2011020"/>
              <a:ext cx="1935028" cy="1168719"/>
            </a:xfrm>
            <a:custGeom>
              <a:avLst/>
              <a:gdLst/>
              <a:ahLst/>
              <a:cxnLst/>
              <a:rect l="l" t="t" r="r" b="b"/>
              <a:pathLst>
                <a:path w="46870" h="28312" extrusionOk="0">
                  <a:moveTo>
                    <a:pt x="23434" y="1"/>
                  </a:moveTo>
                  <a:lnTo>
                    <a:pt x="46869" y="80"/>
                  </a:lnTo>
                  <a:lnTo>
                    <a:pt x="45447" y="28311"/>
                  </a:lnTo>
                  <a:cubicBezTo>
                    <a:pt x="38110" y="28096"/>
                    <a:pt x="30773" y="27883"/>
                    <a:pt x="23435" y="27668"/>
                  </a:cubicBezTo>
                  <a:cubicBezTo>
                    <a:pt x="16100" y="27883"/>
                    <a:pt x="8761" y="28099"/>
                    <a:pt x="1424" y="28311"/>
                  </a:cubicBezTo>
                  <a:lnTo>
                    <a:pt x="0" y="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72"/>
            <p:cNvSpPr/>
            <p:nvPr/>
          </p:nvSpPr>
          <p:spPr>
            <a:xfrm>
              <a:off x="4898496" y="3155652"/>
              <a:ext cx="1819347" cy="29102"/>
            </a:xfrm>
            <a:custGeom>
              <a:avLst/>
              <a:gdLst/>
              <a:ahLst/>
              <a:cxnLst/>
              <a:rect l="l" t="t" r="r" b="b"/>
              <a:pathLst>
                <a:path w="44068" h="705" extrusionOk="0">
                  <a:moveTo>
                    <a:pt x="43947" y="457"/>
                  </a:moveTo>
                  <a:cubicBezTo>
                    <a:pt x="44015" y="460"/>
                    <a:pt x="44068" y="515"/>
                    <a:pt x="44066" y="584"/>
                  </a:cubicBezTo>
                  <a:cubicBezTo>
                    <a:pt x="44065" y="652"/>
                    <a:pt x="44007" y="705"/>
                    <a:pt x="43941" y="703"/>
                  </a:cubicBezTo>
                  <a:lnTo>
                    <a:pt x="22038" y="63"/>
                  </a:lnTo>
                  <a:lnTo>
                    <a:pt x="128" y="703"/>
                  </a:lnTo>
                  <a:cubicBezTo>
                    <a:pt x="61" y="705"/>
                    <a:pt x="4" y="652"/>
                    <a:pt x="2" y="584"/>
                  </a:cubicBezTo>
                  <a:cubicBezTo>
                    <a:pt x="1" y="515"/>
                    <a:pt x="53" y="460"/>
                    <a:pt x="121" y="457"/>
                  </a:cubicBezTo>
                  <a:cubicBezTo>
                    <a:pt x="15783" y="0"/>
                    <a:pt x="28285" y="0"/>
                    <a:pt x="43947" y="4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72"/>
            <p:cNvSpPr/>
            <p:nvPr/>
          </p:nvSpPr>
          <p:spPr>
            <a:xfrm>
              <a:off x="4913770" y="1948023"/>
              <a:ext cx="1789044" cy="1168761"/>
            </a:xfrm>
            <a:custGeom>
              <a:avLst/>
              <a:gdLst/>
              <a:ahLst/>
              <a:cxnLst/>
              <a:rect l="l" t="t" r="r" b="b"/>
              <a:pathLst>
                <a:path w="43334" h="28313" extrusionOk="0">
                  <a:moveTo>
                    <a:pt x="43334" y="2350"/>
                  </a:moveTo>
                  <a:cubicBezTo>
                    <a:pt x="35601" y="0"/>
                    <a:pt x="28333" y="37"/>
                    <a:pt x="21667" y="2350"/>
                  </a:cubicBezTo>
                  <a:cubicBezTo>
                    <a:pt x="15002" y="37"/>
                    <a:pt x="7731" y="0"/>
                    <a:pt x="1" y="2350"/>
                  </a:cubicBezTo>
                  <a:lnTo>
                    <a:pt x="1300" y="28312"/>
                  </a:lnTo>
                  <a:lnTo>
                    <a:pt x="21666" y="28312"/>
                  </a:lnTo>
                  <a:lnTo>
                    <a:pt x="42030" y="283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72"/>
            <p:cNvSpPr/>
            <p:nvPr/>
          </p:nvSpPr>
          <p:spPr>
            <a:xfrm>
              <a:off x="4946136" y="1896256"/>
              <a:ext cx="862196" cy="1174581"/>
            </a:xfrm>
            <a:custGeom>
              <a:avLst/>
              <a:gdLst/>
              <a:ahLst/>
              <a:cxnLst/>
              <a:rect l="l" t="t" r="r" b="b"/>
              <a:pathLst>
                <a:path w="20884" h="28454" extrusionOk="0">
                  <a:moveTo>
                    <a:pt x="0" y="2351"/>
                  </a:moveTo>
                  <a:cubicBezTo>
                    <a:pt x="7451" y="0"/>
                    <a:pt x="14457" y="37"/>
                    <a:pt x="20883" y="2351"/>
                  </a:cubicBezTo>
                  <a:lnTo>
                    <a:pt x="20883" y="28453"/>
                  </a:lnTo>
                  <a:cubicBezTo>
                    <a:pt x="14339" y="26322"/>
                    <a:pt x="7797" y="26131"/>
                    <a:pt x="1254" y="284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72"/>
            <p:cNvSpPr/>
            <p:nvPr/>
          </p:nvSpPr>
          <p:spPr>
            <a:xfrm>
              <a:off x="5808238" y="1896256"/>
              <a:ext cx="862155" cy="1174581"/>
            </a:xfrm>
            <a:custGeom>
              <a:avLst/>
              <a:gdLst/>
              <a:ahLst/>
              <a:cxnLst/>
              <a:rect l="l" t="t" r="r" b="b"/>
              <a:pathLst>
                <a:path w="20883" h="28454" extrusionOk="0">
                  <a:moveTo>
                    <a:pt x="20883" y="2351"/>
                  </a:moveTo>
                  <a:cubicBezTo>
                    <a:pt x="13432" y="0"/>
                    <a:pt x="6424" y="37"/>
                    <a:pt x="0" y="2351"/>
                  </a:cubicBezTo>
                  <a:lnTo>
                    <a:pt x="0" y="28453"/>
                  </a:lnTo>
                  <a:cubicBezTo>
                    <a:pt x="6543" y="26322"/>
                    <a:pt x="13086" y="26131"/>
                    <a:pt x="19629" y="284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72"/>
            <p:cNvSpPr/>
            <p:nvPr/>
          </p:nvSpPr>
          <p:spPr>
            <a:xfrm>
              <a:off x="5725921" y="3066895"/>
              <a:ext cx="164603" cy="52302"/>
            </a:xfrm>
            <a:custGeom>
              <a:avLst/>
              <a:gdLst/>
              <a:ahLst/>
              <a:cxnLst/>
              <a:rect l="l" t="t" r="r" b="b"/>
              <a:pathLst>
                <a:path w="3987" h="1267" extrusionOk="0">
                  <a:moveTo>
                    <a:pt x="254" y="1171"/>
                  </a:moveTo>
                  <a:cubicBezTo>
                    <a:pt x="231" y="1234"/>
                    <a:pt x="159" y="1266"/>
                    <a:pt x="96" y="1241"/>
                  </a:cubicBezTo>
                  <a:cubicBezTo>
                    <a:pt x="34" y="1218"/>
                    <a:pt x="0" y="1146"/>
                    <a:pt x="25" y="1084"/>
                  </a:cubicBezTo>
                  <a:cubicBezTo>
                    <a:pt x="147" y="764"/>
                    <a:pt x="414" y="488"/>
                    <a:pt x="770" y="295"/>
                  </a:cubicBezTo>
                  <a:cubicBezTo>
                    <a:pt x="1112" y="111"/>
                    <a:pt x="1535" y="1"/>
                    <a:pt x="1994" y="1"/>
                  </a:cubicBezTo>
                  <a:cubicBezTo>
                    <a:pt x="2452" y="1"/>
                    <a:pt x="2878" y="111"/>
                    <a:pt x="3218" y="295"/>
                  </a:cubicBezTo>
                  <a:cubicBezTo>
                    <a:pt x="3574" y="488"/>
                    <a:pt x="3842" y="763"/>
                    <a:pt x="3963" y="1084"/>
                  </a:cubicBezTo>
                  <a:cubicBezTo>
                    <a:pt x="3986" y="1149"/>
                    <a:pt x="3955" y="1218"/>
                    <a:pt x="3891" y="1241"/>
                  </a:cubicBezTo>
                  <a:cubicBezTo>
                    <a:pt x="3828" y="1266"/>
                    <a:pt x="3757" y="1234"/>
                    <a:pt x="3734" y="1171"/>
                  </a:cubicBezTo>
                  <a:cubicBezTo>
                    <a:pt x="3632" y="907"/>
                    <a:pt x="3406" y="675"/>
                    <a:pt x="3101" y="510"/>
                  </a:cubicBezTo>
                  <a:cubicBezTo>
                    <a:pt x="2794" y="344"/>
                    <a:pt x="2411" y="246"/>
                    <a:pt x="1993" y="246"/>
                  </a:cubicBezTo>
                  <a:cubicBezTo>
                    <a:pt x="1574" y="246"/>
                    <a:pt x="1190" y="344"/>
                    <a:pt x="884" y="510"/>
                  </a:cubicBezTo>
                  <a:cubicBezTo>
                    <a:pt x="580" y="675"/>
                    <a:pt x="356" y="907"/>
                    <a:pt x="254" y="11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72"/>
            <p:cNvSpPr/>
            <p:nvPr/>
          </p:nvSpPr>
          <p:spPr>
            <a:xfrm>
              <a:off x="4996376" y="3027718"/>
              <a:ext cx="765506" cy="79836"/>
            </a:xfrm>
            <a:custGeom>
              <a:avLst/>
              <a:gdLst/>
              <a:ahLst/>
              <a:cxnLst/>
              <a:rect l="l" t="t" r="r" b="b"/>
              <a:pathLst>
                <a:path w="18542" h="1934" extrusionOk="0">
                  <a:moveTo>
                    <a:pt x="172" y="1914"/>
                  </a:moveTo>
                  <a:cubicBezTo>
                    <a:pt x="108" y="1933"/>
                    <a:pt x="39" y="1897"/>
                    <a:pt x="20" y="1834"/>
                  </a:cubicBezTo>
                  <a:cubicBezTo>
                    <a:pt x="0" y="1769"/>
                    <a:pt x="37" y="1699"/>
                    <a:pt x="100" y="1681"/>
                  </a:cubicBezTo>
                  <a:cubicBezTo>
                    <a:pt x="3223" y="714"/>
                    <a:pt x="6446" y="132"/>
                    <a:pt x="9654" y="65"/>
                  </a:cubicBezTo>
                  <a:cubicBezTo>
                    <a:pt x="12627" y="0"/>
                    <a:pt x="15586" y="376"/>
                    <a:pt x="18442" y="1291"/>
                  </a:cubicBezTo>
                  <a:cubicBezTo>
                    <a:pt x="18506" y="1310"/>
                    <a:pt x="18542" y="1380"/>
                    <a:pt x="18521" y="1445"/>
                  </a:cubicBezTo>
                  <a:cubicBezTo>
                    <a:pt x="18500" y="1508"/>
                    <a:pt x="18431" y="1543"/>
                    <a:pt x="18367" y="1522"/>
                  </a:cubicBezTo>
                  <a:cubicBezTo>
                    <a:pt x="15539" y="618"/>
                    <a:pt x="12606" y="245"/>
                    <a:pt x="9660" y="308"/>
                  </a:cubicBezTo>
                  <a:cubicBezTo>
                    <a:pt x="6476" y="376"/>
                    <a:pt x="3276" y="953"/>
                    <a:pt x="172" y="19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72"/>
            <p:cNvSpPr/>
            <p:nvPr/>
          </p:nvSpPr>
          <p:spPr>
            <a:xfrm>
              <a:off x="5124724" y="3057318"/>
              <a:ext cx="545045" cy="47513"/>
            </a:xfrm>
            <a:custGeom>
              <a:avLst/>
              <a:gdLst/>
              <a:ahLst/>
              <a:cxnLst/>
              <a:rect l="l" t="t" r="r" b="b"/>
              <a:pathLst>
                <a:path w="13202" h="1151" extrusionOk="0">
                  <a:moveTo>
                    <a:pt x="162" y="1136"/>
                  </a:moveTo>
                  <a:cubicBezTo>
                    <a:pt x="96" y="1150"/>
                    <a:pt x="30" y="1111"/>
                    <a:pt x="15" y="1045"/>
                  </a:cubicBezTo>
                  <a:cubicBezTo>
                    <a:pt x="1" y="979"/>
                    <a:pt x="43" y="913"/>
                    <a:pt x="108" y="898"/>
                  </a:cubicBezTo>
                  <a:cubicBezTo>
                    <a:pt x="2317" y="394"/>
                    <a:pt x="4557" y="98"/>
                    <a:pt x="6793" y="48"/>
                  </a:cubicBezTo>
                  <a:cubicBezTo>
                    <a:pt x="8910" y="1"/>
                    <a:pt x="11023" y="177"/>
                    <a:pt x="13092" y="612"/>
                  </a:cubicBezTo>
                  <a:cubicBezTo>
                    <a:pt x="13159" y="625"/>
                    <a:pt x="13201" y="691"/>
                    <a:pt x="13188" y="757"/>
                  </a:cubicBezTo>
                  <a:cubicBezTo>
                    <a:pt x="13175" y="823"/>
                    <a:pt x="13109" y="864"/>
                    <a:pt x="13043" y="851"/>
                  </a:cubicBezTo>
                  <a:cubicBezTo>
                    <a:pt x="10989" y="421"/>
                    <a:pt x="8897" y="246"/>
                    <a:pt x="6796" y="292"/>
                  </a:cubicBezTo>
                  <a:cubicBezTo>
                    <a:pt x="4581" y="340"/>
                    <a:pt x="2357" y="635"/>
                    <a:pt x="162" y="11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72"/>
            <p:cNvSpPr/>
            <p:nvPr/>
          </p:nvSpPr>
          <p:spPr>
            <a:xfrm>
              <a:off x="5856415" y="3027718"/>
              <a:ext cx="765506" cy="79836"/>
            </a:xfrm>
            <a:custGeom>
              <a:avLst/>
              <a:gdLst/>
              <a:ahLst/>
              <a:cxnLst/>
              <a:rect l="l" t="t" r="r" b="b"/>
              <a:pathLst>
                <a:path w="18542" h="1934" extrusionOk="0">
                  <a:moveTo>
                    <a:pt x="18440" y="1681"/>
                  </a:moveTo>
                  <a:cubicBezTo>
                    <a:pt x="18504" y="1702"/>
                    <a:pt x="18541" y="1769"/>
                    <a:pt x="18521" y="1834"/>
                  </a:cubicBezTo>
                  <a:cubicBezTo>
                    <a:pt x="18500" y="1897"/>
                    <a:pt x="18433" y="1933"/>
                    <a:pt x="18366" y="1914"/>
                  </a:cubicBezTo>
                  <a:cubicBezTo>
                    <a:pt x="15266" y="953"/>
                    <a:pt x="12066" y="376"/>
                    <a:pt x="8882" y="308"/>
                  </a:cubicBezTo>
                  <a:cubicBezTo>
                    <a:pt x="5934" y="245"/>
                    <a:pt x="3002" y="618"/>
                    <a:pt x="175" y="1522"/>
                  </a:cubicBezTo>
                  <a:cubicBezTo>
                    <a:pt x="110" y="1543"/>
                    <a:pt x="40" y="1508"/>
                    <a:pt x="21" y="1443"/>
                  </a:cubicBezTo>
                  <a:cubicBezTo>
                    <a:pt x="0" y="1380"/>
                    <a:pt x="35" y="1310"/>
                    <a:pt x="98" y="1291"/>
                  </a:cubicBezTo>
                  <a:cubicBezTo>
                    <a:pt x="2952" y="376"/>
                    <a:pt x="5912" y="0"/>
                    <a:pt x="8887" y="63"/>
                  </a:cubicBezTo>
                  <a:cubicBezTo>
                    <a:pt x="12095" y="132"/>
                    <a:pt x="15319" y="712"/>
                    <a:pt x="18440" y="168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72"/>
            <p:cNvSpPr/>
            <p:nvPr/>
          </p:nvSpPr>
          <p:spPr>
            <a:xfrm>
              <a:off x="5948351" y="3057318"/>
              <a:ext cx="545127" cy="47637"/>
            </a:xfrm>
            <a:custGeom>
              <a:avLst/>
              <a:gdLst/>
              <a:ahLst/>
              <a:cxnLst/>
              <a:rect l="l" t="t" r="r" b="b"/>
              <a:pathLst>
                <a:path w="13204" h="1154" extrusionOk="0">
                  <a:moveTo>
                    <a:pt x="13095" y="898"/>
                  </a:moveTo>
                  <a:cubicBezTo>
                    <a:pt x="13161" y="913"/>
                    <a:pt x="13203" y="979"/>
                    <a:pt x="13187" y="1045"/>
                  </a:cubicBezTo>
                  <a:cubicBezTo>
                    <a:pt x="13173" y="1111"/>
                    <a:pt x="13107" y="1153"/>
                    <a:pt x="13040" y="1136"/>
                  </a:cubicBezTo>
                  <a:cubicBezTo>
                    <a:pt x="10846" y="637"/>
                    <a:pt x="8622" y="342"/>
                    <a:pt x="6405" y="292"/>
                  </a:cubicBezTo>
                  <a:cubicBezTo>
                    <a:pt x="4306" y="246"/>
                    <a:pt x="2212" y="421"/>
                    <a:pt x="159" y="852"/>
                  </a:cubicBezTo>
                  <a:cubicBezTo>
                    <a:pt x="93" y="867"/>
                    <a:pt x="28" y="823"/>
                    <a:pt x="13" y="757"/>
                  </a:cubicBezTo>
                  <a:cubicBezTo>
                    <a:pt x="0" y="691"/>
                    <a:pt x="43" y="625"/>
                    <a:pt x="109" y="612"/>
                  </a:cubicBezTo>
                  <a:cubicBezTo>
                    <a:pt x="2180" y="177"/>
                    <a:pt x="4291" y="1"/>
                    <a:pt x="6408" y="48"/>
                  </a:cubicBezTo>
                  <a:cubicBezTo>
                    <a:pt x="8645" y="96"/>
                    <a:pt x="10888" y="393"/>
                    <a:pt x="13095" y="8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72"/>
            <p:cNvSpPr/>
            <p:nvPr/>
          </p:nvSpPr>
          <p:spPr>
            <a:xfrm>
              <a:off x="5803119" y="2006066"/>
              <a:ext cx="10239" cy="1069854"/>
            </a:xfrm>
            <a:custGeom>
              <a:avLst/>
              <a:gdLst/>
              <a:ahLst/>
              <a:cxnLst/>
              <a:rect l="l" t="t" r="r" b="b"/>
              <a:pathLst>
                <a:path w="248" h="25917" extrusionOk="0">
                  <a:moveTo>
                    <a:pt x="1" y="124"/>
                  </a:moveTo>
                  <a:cubicBezTo>
                    <a:pt x="1" y="56"/>
                    <a:pt x="56" y="0"/>
                    <a:pt x="124" y="0"/>
                  </a:cubicBezTo>
                  <a:cubicBezTo>
                    <a:pt x="192" y="0"/>
                    <a:pt x="247" y="56"/>
                    <a:pt x="247" y="124"/>
                  </a:cubicBezTo>
                  <a:lnTo>
                    <a:pt x="247" y="25793"/>
                  </a:lnTo>
                  <a:cubicBezTo>
                    <a:pt x="247" y="25861"/>
                    <a:pt x="192" y="25917"/>
                    <a:pt x="124" y="25917"/>
                  </a:cubicBezTo>
                  <a:cubicBezTo>
                    <a:pt x="56" y="25917"/>
                    <a:pt x="1" y="25861"/>
                    <a:pt x="1" y="257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72"/>
            <p:cNvSpPr/>
            <p:nvPr/>
          </p:nvSpPr>
          <p:spPr>
            <a:xfrm>
              <a:off x="5284280" y="1967137"/>
              <a:ext cx="476718" cy="70548"/>
            </a:xfrm>
            <a:custGeom>
              <a:avLst/>
              <a:gdLst/>
              <a:ahLst/>
              <a:cxnLst/>
              <a:rect l="l" t="t" r="r" b="b"/>
              <a:pathLst>
                <a:path w="11547" h="1709" extrusionOk="0">
                  <a:moveTo>
                    <a:pt x="140" y="377"/>
                  </a:moveTo>
                  <a:cubicBezTo>
                    <a:pt x="73" y="383"/>
                    <a:pt x="14" y="333"/>
                    <a:pt x="5" y="267"/>
                  </a:cubicBezTo>
                  <a:cubicBezTo>
                    <a:pt x="1" y="199"/>
                    <a:pt x="49" y="140"/>
                    <a:pt x="115" y="133"/>
                  </a:cubicBezTo>
                  <a:cubicBezTo>
                    <a:pt x="471" y="99"/>
                    <a:pt x="823" y="73"/>
                    <a:pt x="1175" y="52"/>
                  </a:cubicBezTo>
                  <a:cubicBezTo>
                    <a:pt x="1525" y="32"/>
                    <a:pt x="1880" y="21"/>
                    <a:pt x="2237" y="17"/>
                  </a:cubicBezTo>
                  <a:cubicBezTo>
                    <a:pt x="3775" y="1"/>
                    <a:pt x="5312" y="151"/>
                    <a:pt x="6849" y="410"/>
                  </a:cubicBezTo>
                  <a:cubicBezTo>
                    <a:pt x="8380" y="669"/>
                    <a:pt x="9913" y="1036"/>
                    <a:pt x="11444" y="1454"/>
                  </a:cubicBezTo>
                  <a:cubicBezTo>
                    <a:pt x="11510" y="1472"/>
                    <a:pt x="11547" y="1538"/>
                    <a:pt x="11529" y="1604"/>
                  </a:cubicBezTo>
                  <a:cubicBezTo>
                    <a:pt x="11512" y="1670"/>
                    <a:pt x="11446" y="1708"/>
                    <a:pt x="11380" y="1691"/>
                  </a:cubicBezTo>
                  <a:cubicBezTo>
                    <a:pt x="9859" y="1275"/>
                    <a:pt x="8333" y="908"/>
                    <a:pt x="6808" y="651"/>
                  </a:cubicBezTo>
                  <a:cubicBezTo>
                    <a:pt x="5286" y="394"/>
                    <a:pt x="3762" y="245"/>
                    <a:pt x="2240" y="262"/>
                  </a:cubicBezTo>
                  <a:cubicBezTo>
                    <a:pt x="1892" y="267"/>
                    <a:pt x="1542" y="280"/>
                    <a:pt x="1190" y="297"/>
                  </a:cubicBezTo>
                  <a:cubicBezTo>
                    <a:pt x="839" y="318"/>
                    <a:pt x="488" y="344"/>
                    <a:pt x="140" y="37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72"/>
            <p:cNvSpPr/>
            <p:nvPr/>
          </p:nvSpPr>
          <p:spPr>
            <a:xfrm>
              <a:off x="5292289" y="2042353"/>
              <a:ext cx="468832" cy="69804"/>
            </a:xfrm>
            <a:custGeom>
              <a:avLst/>
              <a:gdLst/>
              <a:ahLst/>
              <a:cxnLst/>
              <a:rect l="l" t="t" r="r" b="b"/>
              <a:pathLst>
                <a:path w="11356" h="1691" extrusionOk="0">
                  <a:moveTo>
                    <a:pt x="139" y="362"/>
                  </a:moveTo>
                  <a:cubicBezTo>
                    <a:pt x="71" y="368"/>
                    <a:pt x="13" y="318"/>
                    <a:pt x="7" y="250"/>
                  </a:cubicBezTo>
                  <a:cubicBezTo>
                    <a:pt x="1" y="183"/>
                    <a:pt x="51" y="124"/>
                    <a:pt x="118" y="118"/>
                  </a:cubicBezTo>
                  <a:cubicBezTo>
                    <a:pt x="449" y="89"/>
                    <a:pt x="777" y="65"/>
                    <a:pt x="1102" y="49"/>
                  </a:cubicBezTo>
                  <a:cubicBezTo>
                    <a:pt x="1428" y="32"/>
                    <a:pt x="1758" y="21"/>
                    <a:pt x="2088" y="17"/>
                  </a:cubicBezTo>
                  <a:cubicBezTo>
                    <a:pt x="3618" y="1"/>
                    <a:pt x="5149" y="149"/>
                    <a:pt x="6677" y="404"/>
                  </a:cubicBezTo>
                  <a:cubicBezTo>
                    <a:pt x="8204" y="661"/>
                    <a:pt x="9731" y="1022"/>
                    <a:pt x="11252" y="1436"/>
                  </a:cubicBezTo>
                  <a:cubicBezTo>
                    <a:pt x="11318" y="1454"/>
                    <a:pt x="11356" y="1520"/>
                    <a:pt x="11338" y="1586"/>
                  </a:cubicBezTo>
                  <a:cubicBezTo>
                    <a:pt x="11319" y="1652"/>
                    <a:pt x="11253" y="1690"/>
                    <a:pt x="11187" y="1673"/>
                  </a:cubicBezTo>
                  <a:cubicBezTo>
                    <a:pt x="9671" y="1262"/>
                    <a:pt x="8153" y="899"/>
                    <a:pt x="6636" y="645"/>
                  </a:cubicBezTo>
                  <a:cubicBezTo>
                    <a:pt x="5121" y="390"/>
                    <a:pt x="3603" y="243"/>
                    <a:pt x="2090" y="259"/>
                  </a:cubicBezTo>
                  <a:cubicBezTo>
                    <a:pt x="1767" y="263"/>
                    <a:pt x="1442" y="274"/>
                    <a:pt x="1114" y="290"/>
                  </a:cubicBezTo>
                  <a:cubicBezTo>
                    <a:pt x="785" y="310"/>
                    <a:pt x="460" y="332"/>
                    <a:pt x="139" y="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72"/>
            <p:cNvSpPr/>
            <p:nvPr/>
          </p:nvSpPr>
          <p:spPr>
            <a:xfrm>
              <a:off x="5300174" y="2117528"/>
              <a:ext cx="460947" cy="69103"/>
            </a:xfrm>
            <a:custGeom>
              <a:avLst/>
              <a:gdLst/>
              <a:ahLst/>
              <a:cxnLst/>
              <a:rect l="l" t="t" r="r" b="b"/>
              <a:pathLst>
                <a:path w="11165" h="1674" extrusionOk="0">
                  <a:moveTo>
                    <a:pt x="139" y="349"/>
                  </a:moveTo>
                  <a:cubicBezTo>
                    <a:pt x="71" y="354"/>
                    <a:pt x="12" y="305"/>
                    <a:pt x="6" y="236"/>
                  </a:cubicBezTo>
                  <a:cubicBezTo>
                    <a:pt x="1" y="169"/>
                    <a:pt x="51" y="110"/>
                    <a:pt x="118" y="104"/>
                  </a:cubicBezTo>
                  <a:cubicBezTo>
                    <a:pt x="416" y="79"/>
                    <a:pt x="718" y="59"/>
                    <a:pt x="1028" y="44"/>
                  </a:cubicBezTo>
                  <a:cubicBezTo>
                    <a:pt x="1329" y="29"/>
                    <a:pt x="1635" y="21"/>
                    <a:pt x="1941" y="16"/>
                  </a:cubicBezTo>
                  <a:cubicBezTo>
                    <a:pt x="3464" y="0"/>
                    <a:pt x="4987" y="147"/>
                    <a:pt x="6508" y="399"/>
                  </a:cubicBezTo>
                  <a:cubicBezTo>
                    <a:pt x="8028" y="653"/>
                    <a:pt x="9547" y="1012"/>
                    <a:pt x="11061" y="1418"/>
                  </a:cubicBezTo>
                  <a:cubicBezTo>
                    <a:pt x="11127" y="1437"/>
                    <a:pt x="11165" y="1503"/>
                    <a:pt x="11147" y="1569"/>
                  </a:cubicBezTo>
                  <a:cubicBezTo>
                    <a:pt x="11128" y="1635"/>
                    <a:pt x="11062" y="1674"/>
                    <a:pt x="10996" y="1654"/>
                  </a:cubicBezTo>
                  <a:cubicBezTo>
                    <a:pt x="9487" y="1249"/>
                    <a:pt x="7976" y="894"/>
                    <a:pt x="6466" y="642"/>
                  </a:cubicBezTo>
                  <a:cubicBezTo>
                    <a:pt x="4958" y="391"/>
                    <a:pt x="3449" y="244"/>
                    <a:pt x="1941" y="260"/>
                  </a:cubicBezTo>
                  <a:cubicBezTo>
                    <a:pt x="1643" y="264"/>
                    <a:pt x="1342" y="273"/>
                    <a:pt x="1040" y="288"/>
                  </a:cubicBezTo>
                  <a:cubicBezTo>
                    <a:pt x="745" y="301"/>
                    <a:pt x="445" y="323"/>
                    <a:pt x="139" y="3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72"/>
            <p:cNvSpPr/>
            <p:nvPr/>
          </p:nvSpPr>
          <p:spPr>
            <a:xfrm>
              <a:off x="5308183" y="2192662"/>
              <a:ext cx="452938" cy="68442"/>
            </a:xfrm>
            <a:custGeom>
              <a:avLst/>
              <a:gdLst/>
              <a:ahLst/>
              <a:cxnLst/>
              <a:rect l="l" t="t" r="r" b="b"/>
              <a:pathLst>
                <a:path w="10971" h="1658" extrusionOk="0">
                  <a:moveTo>
                    <a:pt x="137" y="337"/>
                  </a:moveTo>
                  <a:cubicBezTo>
                    <a:pt x="69" y="342"/>
                    <a:pt x="11" y="291"/>
                    <a:pt x="5" y="225"/>
                  </a:cubicBezTo>
                  <a:cubicBezTo>
                    <a:pt x="0" y="156"/>
                    <a:pt x="52" y="97"/>
                    <a:pt x="119" y="93"/>
                  </a:cubicBezTo>
                  <a:cubicBezTo>
                    <a:pt x="391" y="71"/>
                    <a:pt x="670" y="53"/>
                    <a:pt x="955" y="41"/>
                  </a:cubicBezTo>
                  <a:cubicBezTo>
                    <a:pt x="1229" y="28"/>
                    <a:pt x="1508" y="21"/>
                    <a:pt x="1788" y="17"/>
                  </a:cubicBezTo>
                  <a:cubicBezTo>
                    <a:pt x="3306" y="0"/>
                    <a:pt x="4823" y="146"/>
                    <a:pt x="6336" y="397"/>
                  </a:cubicBezTo>
                  <a:cubicBezTo>
                    <a:pt x="7848" y="646"/>
                    <a:pt x="9359" y="1000"/>
                    <a:pt x="10867" y="1402"/>
                  </a:cubicBezTo>
                  <a:cubicBezTo>
                    <a:pt x="10933" y="1418"/>
                    <a:pt x="10971" y="1487"/>
                    <a:pt x="10955" y="1552"/>
                  </a:cubicBezTo>
                  <a:cubicBezTo>
                    <a:pt x="10939" y="1620"/>
                    <a:pt x="10871" y="1658"/>
                    <a:pt x="10805" y="1640"/>
                  </a:cubicBezTo>
                  <a:cubicBezTo>
                    <a:pt x="9302" y="1241"/>
                    <a:pt x="7799" y="889"/>
                    <a:pt x="6298" y="640"/>
                  </a:cubicBezTo>
                  <a:cubicBezTo>
                    <a:pt x="4796" y="392"/>
                    <a:pt x="3293" y="248"/>
                    <a:pt x="1793" y="265"/>
                  </a:cubicBezTo>
                  <a:cubicBezTo>
                    <a:pt x="1520" y="268"/>
                    <a:pt x="1244" y="276"/>
                    <a:pt x="966" y="288"/>
                  </a:cubicBezTo>
                  <a:cubicBezTo>
                    <a:pt x="693" y="295"/>
                    <a:pt x="419" y="315"/>
                    <a:pt x="137" y="3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72"/>
            <p:cNvSpPr/>
            <p:nvPr/>
          </p:nvSpPr>
          <p:spPr>
            <a:xfrm>
              <a:off x="5009587" y="2267548"/>
              <a:ext cx="751552" cy="67823"/>
            </a:xfrm>
            <a:custGeom>
              <a:avLst/>
              <a:gdLst/>
              <a:ahLst/>
              <a:cxnLst/>
              <a:rect l="l" t="t" r="r" b="b"/>
              <a:pathLst>
                <a:path w="18204" h="1643" extrusionOk="0">
                  <a:moveTo>
                    <a:pt x="165" y="1624"/>
                  </a:moveTo>
                  <a:cubicBezTo>
                    <a:pt x="99" y="1642"/>
                    <a:pt x="33" y="1600"/>
                    <a:pt x="18" y="1533"/>
                  </a:cubicBezTo>
                  <a:cubicBezTo>
                    <a:pt x="0" y="1467"/>
                    <a:pt x="43" y="1401"/>
                    <a:pt x="109" y="1385"/>
                  </a:cubicBezTo>
                  <a:cubicBezTo>
                    <a:pt x="1590" y="1033"/>
                    <a:pt x="3074" y="700"/>
                    <a:pt x="4569" y="449"/>
                  </a:cubicBezTo>
                  <a:cubicBezTo>
                    <a:pt x="6062" y="199"/>
                    <a:pt x="7561" y="35"/>
                    <a:pt x="9068" y="17"/>
                  </a:cubicBezTo>
                  <a:cubicBezTo>
                    <a:pt x="10578" y="1"/>
                    <a:pt x="12085" y="146"/>
                    <a:pt x="13591" y="391"/>
                  </a:cubicBezTo>
                  <a:cubicBezTo>
                    <a:pt x="15096" y="639"/>
                    <a:pt x="16599" y="989"/>
                    <a:pt x="18100" y="1385"/>
                  </a:cubicBezTo>
                  <a:cubicBezTo>
                    <a:pt x="18166" y="1401"/>
                    <a:pt x="18204" y="1469"/>
                    <a:pt x="18188" y="1535"/>
                  </a:cubicBezTo>
                  <a:cubicBezTo>
                    <a:pt x="18172" y="1601"/>
                    <a:pt x="18104" y="1639"/>
                    <a:pt x="18038" y="1623"/>
                  </a:cubicBezTo>
                  <a:cubicBezTo>
                    <a:pt x="16544" y="1228"/>
                    <a:pt x="15046" y="882"/>
                    <a:pt x="13553" y="636"/>
                  </a:cubicBezTo>
                  <a:cubicBezTo>
                    <a:pt x="12059" y="390"/>
                    <a:pt x="10563" y="247"/>
                    <a:pt x="9071" y="264"/>
                  </a:cubicBezTo>
                  <a:cubicBezTo>
                    <a:pt x="7581" y="280"/>
                    <a:pt x="6096" y="443"/>
                    <a:pt x="4610" y="691"/>
                  </a:cubicBezTo>
                  <a:cubicBezTo>
                    <a:pt x="3124" y="940"/>
                    <a:pt x="1643" y="1275"/>
                    <a:pt x="165" y="16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72"/>
            <p:cNvSpPr/>
            <p:nvPr/>
          </p:nvSpPr>
          <p:spPr>
            <a:xfrm>
              <a:off x="5013178" y="2342970"/>
              <a:ext cx="747960" cy="66915"/>
            </a:xfrm>
            <a:custGeom>
              <a:avLst/>
              <a:gdLst/>
              <a:ahLst/>
              <a:cxnLst/>
              <a:rect l="l" t="t" r="r" b="b"/>
              <a:pathLst>
                <a:path w="18117" h="1621" extrusionOk="0">
                  <a:moveTo>
                    <a:pt x="162" y="1602"/>
                  </a:moveTo>
                  <a:cubicBezTo>
                    <a:pt x="95" y="1616"/>
                    <a:pt x="29" y="1577"/>
                    <a:pt x="15" y="1511"/>
                  </a:cubicBezTo>
                  <a:cubicBezTo>
                    <a:pt x="0" y="1445"/>
                    <a:pt x="40" y="1379"/>
                    <a:pt x="107" y="1364"/>
                  </a:cubicBezTo>
                  <a:cubicBezTo>
                    <a:pt x="1580" y="1017"/>
                    <a:pt x="3058" y="689"/>
                    <a:pt x="4545" y="442"/>
                  </a:cubicBezTo>
                  <a:cubicBezTo>
                    <a:pt x="6032" y="197"/>
                    <a:pt x="7524" y="34"/>
                    <a:pt x="9025" y="16"/>
                  </a:cubicBezTo>
                  <a:cubicBezTo>
                    <a:pt x="10526" y="0"/>
                    <a:pt x="12028" y="144"/>
                    <a:pt x="13526" y="388"/>
                  </a:cubicBezTo>
                  <a:cubicBezTo>
                    <a:pt x="15024" y="631"/>
                    <a:pt x="16520" y="976"/>
                    <a:pt x="18013" y="1367"/>
                  </a:cubicBezTo>
                  <a:cubicBezTo>
                    <a:pt x="18079" y="1383"/>
                    <a:pt x="18117" y="1452"/>
                    <a:pt x="18101" y="1517"/>
                  </a:cubicBezTo>
                  <a:cubicBezTo>
                    <a:pt x="18085" y="1583"/>
                    <a:pt x="18017" y="1621"/>
                    <a:pt x="17952" y="1605"/>
                  </a:cubicBezTo>
                  <a:cubicBezTo>
                    <a:pt x="16465" y="1216"/>
                    <a:pt x="14978" y="872"/>
                    <a:pt x="13488" y="630"/>
                  </a:cubicBezTo>
                  <a:cubicBezTo>
                    <a:pt x="12001" y="388"/>
                    <a:pt x="10513" y="247"/>
                    <a:pt x="9028" y="263"/>
                  </a:cubicBezTo>
                  <a:cubicBezTo>
                    <a:pt x="7544" y="279"/>
                    <a:pt x="6063" y="440"/>
                    <a:pt x="4588" y="684"/>
                  </a:cubicBezTo>
                  <a:cubicBezTo>
                    <a:pt x="3109" y="929"/>
                    <a:pt x="1633" y="1255"/>
                    <a:pt x="162" y="16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72"/>
            <p:cNvSpPr/>
            <p:nvPr/>
          </p:nvSpPr>
          <p:spPr>
            <a:xfrm>
              <a:off x="5016729" y="2418104"/>
              <a:ext cx="744369" cy="66254"/>
            </a:xfrm>
            <a:custGeom>
              <a:avLst/>
              <a:gdLst/>
              <a:ahLst/>
              <a:cxnLst/>
              <a:rect l="l" t="t" r="r" b="b"/>
              <a:pathLst>
                <a:path w="18030" h="1605" extrusionOk="0">
                  <a:moveTo>
                    <a:pt x="162" y="1584"/>
                  </a:moveTo>
                  <a:cubicBezTo>
                    <a:pt x="96" y="1599"/>
                    <a:pt x="30" y="1558"/>
                    <a:pt x="15" y="1492"/>
                  </a:cubicBezTo>
                  <a:cubicBezTo>
                    <a:pt x="1" y="1426"/>
                    <a:pt x="40" y="1360"/>
                    <a:pt x="106" y="1345"/>
                  </a:cubicBezTo>
                  <a:cubicBezTo>
                    <a:pt x="1574" y="1005"/>
                    <a:pt x="3045" y="679"/>
                    <a:pt x="4524" y="436"/>
                  </a:cubicBezTo>
                  <a:cubicBezTo>
                    <a:pt x="6003" y="196"/>
                    <a:pt x="7488" y="31"/>
                    <a:pt x="8979" y="17"/>
                  </a:cubicBezTo>
                  <a:cubicBezTo>
                    <a:pt x="10472" y="0"/>
                    <a:pt x="11967" y="141"/>
                    <a:pt x="13458" y="384"/>
                  </a:cubicBezTo>
                  <a:cubicBezTo>
                    <a:pt x="14948" y="624"/>
                    <a:pt x="16438" y="966"/>
                    <a:pt x="17925" y="1351"/>
                  </a:cubicBezTo>
                  <a:cubicBezTo>
                    <a:pt x="17991" y="1367"/>
                    <a:pt x="18029" y="1436"/>
                    <a:pt x="18013" y="1499"/>
                  </a:cubicBezTo>
                  <a:cubicBezTo>
                    <a:pt x="17997" y="1565"/>
                    <a:pt x="17928" y="1605"/>
                    <a:pt x="17865" y="1587"/>
                  </a:cubicBezTo>
                  <a:cubicBezTo>
                    <a:pt x="16385" y="1206"/>
                    <a:pt x="14903" y="867"/>
                    <a:pt x="13421" y="626"/>
                  </a:cubicBezTo>
                  <a:cubicBezTo>
                    <a:pt x="11940" y="388"/>
                    <a:pt x="10462" y="247"/>
                    <a:pt x="8982" y="263"/>
                  </a:cubicBezTo>
                  <a:cubicBezTo>
                    <a:pt x="7508" y="279"/>
                    <a:pt x="6034" y="439"/>
                    <a:pt x="4566" y="682"/>
                  </a:cubicBezTo>
                  <a:cubicBezTo>
                    <a:pt x="3092" y="919"/>
                    <a:pt x="1626" y="1242"/>
                    <a:pt x="162" y="15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72"/>
            <p:cNvSpPr/>
            <p:nvPr/>
          </p:nvSpPr>
          <p:spPr>
            <a:xfrm>
              <a:off x="5020361" y="2493238"/>
              <a:ext cx="740653" cy="65511"/>
            </a:xfrm>
            <a:custGeom>
              <a:avLst/>
              <a:gdLst/>
              <a:ahLst/>
              <a:cxnLst/>
              <a:rect l="l" t="t" r="r" b="b"/>
              <a:pathLst>
                <a:path w="17940" h="1587" extrusionOk="0">
                  <a:moveTo>
                    <a:pt x="162" y="1569"/>
                  </a:moveTo>
                  <a:cubicBezTo>
                    <a:pt x="96" y="1583"/>
                    <a:pt x="30" y="1542"/>
                    <a:pt x="15" y="1476"/>
                  </a:cubicBezTo>
                  <a:cubicBezTo>
                    <a:pt x="1" y="1410"/>
                    <a:pt x="40" y="1344"/>
                    <a:pt x="106" y="1329"/>
                  </a:cubicBezTo>
                  <a:cubicBezTo>
                    <a:pt x="1567" y="992"/>
                    <a:pt x="3032" y="672"/>
                    <a:pt x="4502" y="432"/>
                  </a:cubicBezTo>
                  <a:cubicBezTo>
                    <a:pt x="5973" y="192"/>
                    <a:pt x="7451" y="34"/>
                    <a:pt x="8935" y="17"/>
                  </a:cubicBezTo>
                  <a:cubicBezTo>
                    <a:pt x="10422" y="1"/>
                    <a:pt x="11908" y="140"/>
                    <a:pt x="13392" y="378"/>
                  </a:cubicBezTo>
                  <a:cubicBezTo>
                    <a:pt x="14875" y="617"/>
                    <a:pt x="16356" y="953"/>
                    <a:pt x="17836" y="1332"/>
                  </a:cubicBezTo>
                  <a:cubicBezTo>
                    <a:pt x="17902" y="1350"/>
                    <a:pt x="17940" y="1416"/>
                    <a:pt x="17924" y="1482"/>
                  </a:cubicBezTo>
                  <a:cubicBezTo>
                    <a:pt x="17906" y="1548"/>
                    <a:pt x="17839" y="1586"/>
                    <a:pt x="17774" y="1570"/>
                  </a:cubicBezTo>
                  <a:cubicBezTo>
                    <a:pt x="16303" y="1191"/>
                    <a:pt x="14829" y="858"/>
                    <a:pt x="13354" y="622"/>
                  </a:cubicBezTo>
                  <a:cubicBezTo>
                    <a:pt x="11880" y="384"/>
                    <a:pt x="10409" y="247"/>
                    <a:pt x="8937" y="263"/>
                  </a:cubicBezTo>
                  <a:cubicBezTo>
                    <a:pt x="7469" y="280"/>
                    <a:pt x="6003" y="438"/>
                    <a:pt x="4543" y="676"/>
                  </a:cubicBezTo>
                  <a:cubicBezTo>
                    <a:pt x="3078" y="912"/>
                    <a:pt x="1617" y="1231"/>
                    <a:pt x="162" y="15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72"/>
            <p:cNvSpPr/>
            <p:nvPr/>
          </p:nvSpPr>
          <p:spPr>
            <a:xfrm>
              <a:off x="5023829" y="2568454"/>
              <a:ext cx="737185" cy="64768"/>
            </a:xfrm>
            <a:custGeom>
              <a:avLst/>
              <a:gdLst/>
              <a:ahLst/>
              <a:cxnLst/>
              <a:rect l="l" t="t" r="r" b="b"/>
              <a:pathLst>
                <a:path w="17856" h="1569" extrusionOk="0">
                  <a:moveTo>
                    <a:pt x="162" y="1548"/>
                  </a:moveTo>
                  <a:cubicBezTo>
                    <a:pt x="96" y="1562"/>
                    <a:pt x="30" y="1523"/>
                    <a:pt x="15" y="1455"/>
                  </a:cubicBezTo>
                  <a:cubicBezTo>
                    <a:pt x="0" y="1389"/>
                    <a:pt x="42" y="1325"/>
                    <a:pt x="108" y="1309"/>
                  </a:cubicBezTo>
                  <a:cubicBezTo>
                    <a:pt x="1561" y="978"/>
                    <a:pt x="3017" y="666"/>
                    <a:pt x="4482" y="428"/>
                  </a:cubicBezTo>
                  <a:cubicBezTo>
                    <a:pt x="5946" y="191"/>
                    <a:pt x="7418" y="34"/>
                    <a:pt x="8895" y="18"/>
                  </a:cubicBezTo>
                  <a:cubicBezTo>
                    <a:pt x="10375" y="1"/>
                    <a:pt x="11852" y="139"/>
                    <a:pt x="13329" y="373"/>
                  </a:cubicBezTo>
                  <a:cubicBezTo>
                    <a:pt x="14805" y="608"/>
                    <a:pt x="16279" y="940"/>
                    <a:pt x="17749" y="1313"/>
                  </a:cubicBezTo>
                  <a:cubicBezTo>
                    <a:pt x="17815" y="1329"/>
                    <a:pt x="17856" y="1395"/>
                    <a:pt x="17840" y="1461"/>
                  </a:cubicBezTo>
                  <a:cubicBezTo>
                    <a:pt x="17822" y="1527"/>
                    <a:pt x="17756" y="1568"/>
                    <a:pt x="17690" y="1551"/>
                  </a:cubicBezTo>
                  <a:cubicBezTo>
                    <a:pt x="16222" y="1179"/>
                    <a:pt x="14757" y="849"/>
                    <a:pt x="13292" y="617"/>
                  </a:cubicBezTo>
                  <a:cubicBezTo>
                    <a:pt x="11827" y="385"/>
                    <a:pt x="10362" y="249"/>
                    <a:pt x="8898" y="265"/>
                  </a:cubicBezTo>
                  <a:cubicBezTo>
                    <a:pt x="7436" y="281"/>
                    <a:pt x="5978" y="438"/>
                    <a:pt x="4522" y="673"/>
                  </a:cubicBezTo>
                  <a:cubicBezTo>
                    <a:pt x="3067" y="903"/>
                    <a:pt x="1612" y="1218"/>
                    <a:pt x="162" y="15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72"/>
            <p:cNvSpPr/>
            <p:nvPr/>
          </p:nvSpPr>
          <p:spPr>
            <a:xfrm>
              <a:off x="5027421" y="2643546"/>
              <a:ext cx="733593" cy="64025"/>
            </a:xfrm>
            <a:custGeom>
              <a:avLst/>
              <a:gdLst/>
              <a:ahLst/>
              <a:cxnLst/>
              <a:rect l="l" t="t" r="r" b="b"/>
              <a:pathLst>
                <a:path w="17769" h="1551" extrusionOk="0">
                  <a:moveTo>
                    <a:pt x="162" y="1533"/>
                  </a:moveTo>
                  <a:cubicBezTo>
                    <a:pt x="95" y="1548"/>
                    <a:pt x="29" y="1507"/>
                    <a:pt x="15" y="1439"/>
                  </a:cubicBezTo>
                  <a:cubicBezTo>
                    <a:pt x="0" y="1373"/>
                    <a:pt x="40" y="1307"/>
                    <a:pt x="107" y="1292"/>
                  </a:cubicBezTo>
                  <a:cubicBezTo>
                    <a:pt x="1553" y="965"/>
                    <a:pt x="3004" y="655"/>
                    <a:pt x="4460" y="423"/>
                  </a:cubicBezTo>
                  <a:cubicBezTo>
                    <a:pt x="5916" y="190"/>
                    <a:pt x="7380" y="34"/>
                    <a:pt x="8851" y="17"/>
                  </a:cubicBezTo>
                  <a:cubicBezTo>
                    <a:pt x="10322" y="0"/>
                    <a:pt x="11793" y="135"/>
                    <a:pt x="13262" y="369"/>
                  </a:cubicBezTo>
                  <a:cubicBezTo>
                    <a:pt x="14733" y="602"/>
                    <a:pt x="16200" y="928"/>
                    <a:pt x="17662" y="1295"/>
                  </a:cubicBezTo>
                  <a:cubicBezTo>
                    <a:pt x="17728" y="1313"/>
                    <a:pt x="17769" y="1379"/>
                    <a:pt x="17753" y="1445"/>
                  </a:cubicBezTo>
                  <a:cubicBezTo>
                    <a:pt x="17735" y="1511"/>
                    <a:pt x="17669" y="1551"/>
                    <a:pt x="17603" y="1534"/>
                  </a:cubicBezTo>
                  <a:cubicBezTo>
                    <a:pt x="16142" y="1167"/>
                    <a:pt x="14682" y="840"/>
                    <a:pt x="13225" y="611"/>
                  </a:cubicBezTo>
                  <a:cubicBezTo>
                    <a:pt x="11768" y="381"/>
                    <a:pt x="10308" y="246"/>
                    <a:pt x="8852" y="263"/>
                  </a:cubicBezTo>
                  <a:cubicBezTo>
                    <a:pt x="7397" y="279"/>
                    <a:pt x="5946" y="433"/>
                    <a:pt x="4498" y="664"/>
                  </a:cubicBezTo>
                  <a:cubicBezTo>
                    <a:pt x="3049" y="897"/>
                    <a:pt x="1605" y="1206"/>
                    <a:pt x="162" y="15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72"/>
            <p:cNvSpPr/>
            <p:nvPr/>
          </p:nvSpPr>
          <p:spPr>
            <a:xfrm>
              <a:off x="5030971" y="2718638"/>
              <a:ext cx="730043" cy="63365"/>
            </a:xfrm>
            <a:custGeom>
              <a:avLst/>
              <a:gdLst/>
              <a:ahLst/>
              <a:cxnLst/>
              <a:rect l="l" t="t" r="r" b="b"/>
              <a:pathLst>
                <a:path w="17683" h="1535" extrusionOk="0">
                  <a:moveTo>
                    <a:pt x="162" y="1518"/>
                  </a:moveTo>
                  <a:cubicBezTo>
                    <a:pt x="96" y="1533"/>
                    <a:pt x="30" y="1490"/>
                    <a:pt x="15" y="1424"/>
                  </a:cubicBezTo>
                  <a:cubicBezTo>
                    <a:pt x="1" y="1358"/>
                    <a:pt x="43" y="1292"/>
                    <a:pt x="109" y="1277"/>
                  </a:cubicBezTo>
                  <a:cubicBezTo>
                    <a:pt x="1549" y="956"/>
                    <a:pt x="2994" y="649"/>
                    <a:pt x="4441" y="419"/>
                  </a:cubicBezTo>
                  <a:cubicBezTo>
                    <a:pt x="5893" y="187"/>
                    <a:pt x="7348" y="33"/>
                    <a:pt x="8809" y="16"/>
                  </a:cubicBezTo>
                  <a:cubicBezTo>
                    <a:pt x="10272" y="0"/>
                    <a:pt x="11736" y="135"/>
                    <a:pt x="13198" y="366"/>
                  </a:cubicBezTo>
                  <a:cubicBezTo>
                    <a:pt x="14660" y="595"/>
                    <a:pt x="16120" y="918"/>
                    <a:pt x="17576" y="1279"/>
                  </a:cubicBezTo>
                  <a:cubicBezTo>
                    <a:pt x="17642" y="1295"/>
                    <a:pt x="17683" y="1361"/>
                    <a:pt x="17667" y="1427"/>
                  </a:cubicBezTo>
                  <a:cubicBezTo>
                    <a:pt x="17649" y="1493"/>
                    <a:pt x="17583" y="1534"/>
                    <a:pt x="17517" y="1518"/>
                  </a:cubicBezTo>
                  <a:cubicBezTo>
                    <a:pt x="16064" y="1159"/>
                    <a:pt x="14610" y="836"/>
                    <a:pt x="13161" y="607"/>
                  </a:cubicBezTo>
                  <a:cubicBezTo>
                    <a:pt x="11711" y="380"/>
                    <a:pt x="10261" y="245"/>
                    <a:pt x="8810" y="262"/>
                  </a:cubicBezTo>
                  <a:cubicBezTo>
                    <a:pt x="7363" y="279"/>
                    <a:pt x="5918" y="430"/>
                    <a:pt x="4478" y="661"/>
                  </a:cubicBezTo>
                  <a:cubicBezTo>
                    <a:pt x="3037" y="891"/>
                    <a:pt x="1596" y="1197"/>
                    <a:pt x="162" y="15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72"/>
            <p:cNvSpPr/>
            <p:nvPr/>
          </p:nvSpPr>
          <p:spPr>
            <a:xfrm>
              <a:off x="5034480" y="2794020"/>
              <a:ext cx="726616" cy="62580"/>
            </a:xfrm>
            <a:custGeom>
              <a:avLst/>
              <a:gdLst/>
              <a:ahLst/>
              <a:cxnLst/>
              <a:rect l="l" t="t" r="r" b="b"/>
              <a:pathLst>
                <a:path w="17600" h="1516" extrusionOk="0">
                  <a:moveTo>
                    <a:pt x="162" y="1493"/>
                  </a:moveTo>
                  <a:cubicBezTo>
                    <a:pt x="96" y="1508"/>
                    <a:pt x="32" y="1466"/>
                    <a:pt x="15" y="1399"/>
                  </a:cubicBezTo>
                  <a:cubicBezTo>
                    <a:pt x="1" y="1333"/>
                    <a:pt x="43" y="1267"/>
                    <a:pt x="109" y="1256"/>
                  </a:cubicBezTo>
                  <a:cubicBezTo>
                    <a:pt x="1539" y="941"/>
                    <a:pt x="2972" y="639"/>
                    <a:pt x="4420" y="412"/>
                  </a:cubicBezTo>
                  <a:cubicBezTo>
                    <a:pt x="5864" y="184"/>
                    <a:pt x="7313" y="31"/>
                    <a:pt x="8768" y="17"/>
                  </a:cubicBezTo>
                  <a:cubicBezTo>
                    <a:pt x="10224" y="0"/>
                    <a:pt x="11682" y="134"/>
                    <a:pt x="13137" y="360"/>
                  </a:cubicBezTo>
                  <a:cubicBezTo>
                    <a:pt x="14591" y="585"/>
                    <a:pt x="16043" y="905"/>
                    <a:pt x="17492" y="1260"/>
                  </a:cubicBezTo>
                  <a:cubicBezTo>
                    <a:pt x="17560" y="1278"/>
                    <a:pt x="17599" y="1344"/>
                    <a:pt x="17583" y="1410"/>
                  </a:cubicBezTo>
                  <a:cubicBezTo>
                    <a:pt x="17566" y="1476"/>
                    <a:pt x="17500" y="1515"/>
                    <a:pt x="17434" y="1499"/>
                  </a:cubicBezTo>
                  <a:cubicBezTo>
                    <a:pt x="15988" y="1143"/>
                    <a:pt x="14542" y="825"/>
                    <a:pt x="13100" y="602"/>
                  </a:cubicBezTo>
                  <a:cubicBezTo>
                    <a:pt x="11657" y="378"/>
                    <a:pt x="10214" y="246"/>
                    <a:pt x="8771" y="260"/>
                  </a:cubicBezTo>
                  <a:cubicBezTo>
                    <a:pt x="7331" y="275"/>
                    <a:pt x="5893" y="428"/>
                    <a:pt x="4461" y="654"/>
                  </a:cubicBezTo>
                  <a:cubicBezTo>
                    <a:pt x="3029" y="875"/>
                    <a:pt x="1597" y="1178"/>
                    <a:pt x="162" y="14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72"/>
            <p:cNvSpPr/>
            <p:nvPr/>
          </p:nvSpPr>
          <p:spPr>
            <a:xfrm>
              <a:off x="5038072" y="2868906"/>
              <a:ext cx="722942" cy="61920"/>
            </a:xfrm>
            <a:custGeom>
              <a:avLst/>
              <a:gdLst/>
              <a:ahLst/>
              <a:cxnLst/>
              <a:rect l="l" t="t" r="r" b="b"/>
              <a:pathLst>
                <a:path w="17511" h="1500" extrusionOk="0">
                  <a:moveTo>
                    <a:pt x="162" y="1479"/>
                  </a:moveTo>
                  <a:cubicBezTo>
                    <a:pt x="96" y="1494"/>
                    <a:pt x="30" y="1453"/>
                    <a:pt x="15" y="1387"/>
                  </a:cubicBezTo>
                  <a:cubicBezTo>
                    <a:pt x="0" y="1321"/>
                    <a:pt x="43" y="1255"/>
                    <a:pt x="109" y="1240"/>
                  </a:cubicBezTo>
                  <a:cubicBezTo>
                    <a:pt x="1532" y="929"/>
                    <a:pt x="2958" y="634"/>
                    <a:pt x="4397" y="408"/>
                  </a:cubicBezTo>
                  <a:cubicBezTo>
                    <a:pt x="5834" y="184"/>
                    <a:pt x="7274" y="33"/>
                    <a:pt x="8720" y="17"/>
                  </a:cubicBezTo>
                  <a:cubicBezTo>
                    <a:pt x="10174" y="1"/>
                    <a:pt x="11624" y="133"/>
                    <a:pt x="13070" y="356"/>
                  </a:cubicBezTo>
                  <a:cubicBezTo>
                    <a:pt x="14512" y="579"/>
                    <a:pt x="15958" y="895"/>
                    <a:pt x="17404" y="1244"/>
                  </a:cubicBezTo>
                  <a:cubicBezTo>
                    <a:pt x="17470" y="1260"/>
                    <a:pt x="17511" y="1327"/>
                    <a:pt x="17495" y="1394"/>
                  </a:cubicBezTo>
                  <a:cubicBezTo>
                    <a:pt x="17477" y="1460"/>
                    <a:pt x="17411" y="1500"/>
                    <a:pt x="17345" y="1484"/>
                  </a:cubicBezTo>
                  <a:cubicBezTo>
                    <a:pt x="15911" y="1134"/>
                    <a:pt x="14474" y="823"/>
                    <a:pt x="13032" y="600"/>
                  </a:cubicBezTo>
                  <a:cubicBezTo>
                    <a:pt x="11595" y="378"/>
                    <a:pt x="10158" y="248"/>
                    <a:pt x="8722" y="262"/>
                  </a:cubicBezTo>
                  <a:cubicBezTo>
                    <a:pt x="7289" y="277"/>
                    <a:pt x="5859" y="428"/>
                    <a:pt x="4434" y="650"/>
                  </a:cubicBezTo>
                  <a:cubicBezTo>
                    <a:pt x="3014" y="873"/>
                    <a:pt x="1589" y="1169"/>
                    <a:pt x="162" y="14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72"/>
            <p:cNvSpPr/>
            <p:nvPr/>
          </p:nvSpPr>
          <p:spPr>
            <a:xfrm>
              <a:off x="5041705" y="2944081"/>
              <a:ext cx="719267" cy="61177"/>
            </a:xfrm>
            <a:custGeom>
              <a:avLst/>
              <a:gdLst/>
              <a:ahLst/>
              <a:cxnLst/>
              <a:rect l="l" t="t" r="r" b="b"/>
              <a:pathLst>
                <a:path w="17422" h="1482" extrusionOk="0">
                  <a:moveTo>
                    <a:pt x="161" y="1461"/>
                  </a:moveTo>
                  <a:cubicBezTo>
                    <a:pt x="94" y="1476"/>
                    <a:pt x="28" y="1433"/>
                    <a:pt x="15" y="1366"/>
                  </a:cubicBezTo>
                  <a:cubicBezTo>
                    <a:pt x="1" y="1299"/>
                    <a:pt x="43" y="1233"/>
                    <a:pt x="109" y="1220"/>
                  </a:cubicBezTo>
                  <a:cubicBezTo>
                    <a:pt x="1526" y="916"/>
                    <a:pt x="2947" y="623"/>
                    <a:pt x="4375" y="403"/>
                  </a:cubicBezTo>
                  <a:cubicBezTo>
                    <a:pt x="5805" y="182"/>
                    <a:pt x="7241" y="33"/>
                    <a:pt x="8679" y="16"/>
                  </a:cubicBezTo>
                  <a:cubicBezTo>
                    <a:pt x="10122" y="0"/>
                    <a:pt x="11566" y="131"/>
                    <a:pt x="13004" y="353"/>
                  </a:cubicBezTo>
                  <a:cubicBezTo>
                    <a:pt x="14438" y="573"/>
                    <a:pt x="15877" y="883"/>
                    <a:pt x="17314" y="1228"/>
                  </a:cubicBezTo>
                  <a:cubicBezTo>
                    <a:pt x="17380" y="1244"/>
                    <a:pt x="17421" y="1310"/>
                    <a:pt x="17404" y="1374"/>
                  </a:cubicBezTo>
                  <a:cubicBezTo>
                    <a:pt x="17388" y="1440"/>
                    <a:pt x="17322" y="1481"/>
                    <a:pt x="17257" y="1464"/>
                  </a:cubicBezTo>
                  <a:cubicBezTo>
                    <a:pt x="15832" y="1123"/>
                    <a:pt x="14402" y="815"/>
                    <a:pt x="12968" y="595"/>
                  </a:cubicBezTo>
                  <a:cubicBezTo>
                    <a:pt x="11536" y="376"/>
                    <a:pt x="10106" y="245"/>
                    <a:pt x="8681" y="260"/>
                  </a:cubicBezTo>
                  <a:cubicBezTo>
                    <a:pt x="7254" y="275"/>
                    <a:pt x="5830" y="425"/>
                    <a:pt x="4412" y="642"/>
                  </a:cubicBezTo>
                  <a:cubicBezTo>
                    <a:pt x="2997" y="862"/>
                    <a:pt x="1579" y="1156"/>
                    <a:pt x="161" y="14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72"/>
            <p:cNvSpPr/>
            <p:nvPr/>
          </p:nvSpPr>
          <p:spPr>
            <a:xfrm>
              <a:off x="5855052" y="1967137"/>
              <a:ext cx="765961" cy="70589"/>
            </a:xfrm>
            <a:custGeom>
              <a:avLst/>
              <a:gdLst/>
              <a:ahLst/>
              <a:cxnLst/>
              <a:rect l="l" t="t" r="r" b="b"/>
              <a:pathLst>
                <a:path w="18553" h="1710" extrusionOk="0">
                  <a:moveTo>
                    <a:pt x="18445" y="1454"/>
                  </a:moveTo>
                  <a:cubicBezTo>
                    <a:pt x="18511" y="1470"/>
                    <a:pt x="18552" y="1536"/>
                    <a:pt x="18535" y="1603"/>
                  </a:cubicBezTo>
                  <a:cubicBezTo>
                    <a:pt x="18518" y="1669"/>
                    <a:pt x="18452" y="1710"/>
                    <a:pt x="18386" y="1692"/>
                  </a:cubicBezTo>
                  <a:cubicBezTo>
                    <a:pt x="16882" y="1321"/>
                    <a:pt x="15374" y="971"/>
                    <a:pt x="13857" y="711"/>
                  </a:cubicBezTo>
                  <a:cubicBezTo>
                    <a:pt x="12345" y="450"/>
                    <a:pt x="10830" y="280"/>
                    <a:pt x="9311" y="264"/>
                  </a:cubicBezTo>
                  <a:cubicBezTo>
                    <a:pt x="7789" y="246"/>
                    <a:pt x="6266" y="396"/>
                    <a:pt x="4741" y="653"/>
                  </a:cubicBezTo>
                  <a:cubicBezTo>
                    <a:pt x="3214" y="910"/>
                    <a:pt x="1692" y="1277"/>
                    <a:pt x="170" y="1691"/>
                  </a:cubicBezTo>
                  <a:cubicBezTo>
                    <a:pt x="106" y="1710"/>
                    <a:pt x="37" y="1670"/>
                    <a:pt x="20" y="1604"/>
                  </a:cubicBezTo>
                  <a:cubicBezTo>
                    <a:pt x="1" y="1538"/>
                    <a:pt x="40" y="1472"/>
                    <a:pt x="106" y="1454"/>
                  </a:cubicBezTo>
                  <a:cubicBezTo>
                    <a:pt x="1636" y="1036"/>
                    <a:pt x="3169" y="669"/>
                    <a:pt x="4701" y="410"/>
                  </a:cubicBezTo>
                  <a:cubicBezTo>
                    <a:pt x="6237" y="151"/>
                    <a:pt x="7772" y="1"/>
                    <a:pt x="9312" y="17"/>
                  </a:cubicBezTo>
                  <a:cubicBezTo>
                    <a:pt x="10848" y="33"/>
                    <a:pt x="12376" y="206"/>
                    <a:pt x="13899" y="469"/>
                  </a:cubicBezTo>
                  <a:cubicBezTo>
                    <a:pt x="15419" y="729"/>
                    <a:pt x="16936" y="1080"/>
                    <a:pt x="18445" y="14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72"/>
            <p:cNvSpPr/>
            <p:nvPr/>
          </p:nvSpPr>
          <p:spPr>
            <a:xfrm>
              <a:off x="5855052" y="2042436"/>
              <a:ext cx="762369" cy="69887"/>
            </a:xfrm>
            <a:custGeom>
              <a:avLst/>
              <a:gdLst/>
              <a:ahLst/>
              <a:cxnLst/>
              <a:rect l="l" t="t" r="r" b="b"/>
              <a:pathLst>
                <a:path w="18466" h="1693" extrusionOk="0">
                  <a:moveTo>
                    <a:pt x="18360" y="1434"/>
                  </a:moveTo>
                  <a:cubicBezTo>
                    <a:pt x="18426" y="1451"/>
                    <a:pt x="18466" y="1517"/>
                    <a:pt x="18449" y="1583"/>
                  </a:cubicBezTo>
                  <a:cubicBezTo>
                    <a:pt x="18433" y="1649"/>
                    <a:pt x="18367" y="1688"/>
                    <a:pt x="18300" y="1672"/>
                  </a:cubicBezTo>
                  <a:cubicBezTo>
                    <a:pt x="16802" y="1305"/>
                    <a:pt x="15302" y="960"/>
                    <a:pt x="13793" y="703"/>
                  </a:cubicBezTo>
                  <a:cubicBezTo>
                    <a:pt x="12288" y="446"/>
                    <a:pt x="10780" y="278"/>
                    <a:pt x="9268" y="261"/>
                  </a:cubicBezTo>
                  <a:cubicBezTo>
                    <a:pt x="7755" y="245"/>
                    <a:pt x="6238" y="392"/>
                    <a:pt x="4720" y="646"/>
                  </a:cubicBezTo>
                  <a:cubicBezTo>
                    <a:pt x="3204" y="902"/>
                    <a:pt x="1686" y="1263"/>
                    <a:pt x="168" y="1674"/>
                  </a:cubicBezTo>
                  <a:cubicBezTo>
                    <a:pt x="102" y="1693"/>
                    <a:pt x="36" y="1652"/>
                    <a:pt x="18" y="1589"/>
                  </a:cubicBezTo>
                  <a:cubicBezTo>
                    <a:pt x="1" y="1521"/>
                    <a:pt x="40" y="1456"/>
                    <a:pt x="104" y="1437"/>
                  </a:cubicBezTo>
                  <a:cubicBezTo>
                    <a:pt x="1627" y="1025"/>
                    <a:pt x="3153" y="661"/>
                    <a:pt x="4679" y="407"/>
                  </a:cubicBezTo>
                  <a:cubicBezTo>
                    <a:pt x="6208" y="150"/>
                    <a:pt x="7736" y="0"/>
                    <a:pt x="9268" y="19"/>
                  </a:cubicBezTo>
                  <a:cubicBezTo>
                    <a:pt x="10797" y="35"/>
                    <a:pt x="12317" y="206"/>
                    <a:pt x="13832" y="466"/>
                  </a:cubicBezTo>
                  <a:cubicBezTo>
                    <a:pt x="15347" y="718"/>
                    <a:pt x="16857" y="1064"/>
                    <a:pt x="18360" y="14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72"/>
            <p:cNvSpPr/>
            <p:nvPr/>
          </p:nvSpPr>
          <p:spPr>
            <a:xfrm>
              <a:off x="5855135" y="2117528"/>
              <a:ext cx="758694" cy="69103"/>
            </a:xfrm>
            <a:custGeom>
              <a:avLst/>
              <a:gdLst/>
              <a:ahLst/>
              <a:cxnLst/>
              <a:rect l="l" t="t" r="r" b="b"/>
              <a:pathLst>
                <a:path w="18377" h="1674" extrusionOk="0">
                  <a:moveTo>
                    <a:pt x="18271" y="1417"/>
                  </a:moveTo>
                  <a:cubicBezTo>
                    <a:pt x="18337" y="1433"/>
                    <a:pt x="18377" y="1499"/>
                    <a:pt x="18361" y="1565"/>
                  </a:cubicBezTo>
                  <a:cubicBezTo>
                    <a:pt x="18345" y="1631"/>
                    <a:pt x="18279" y="1672"/>
                    <a:pt x="18213" y="1656"/>
                  </a:cubicBezTo>
                  <a:cubicBezTo>
                    <a:pt x="16722" y="1293"/>
                    <a:pt x="15227" y="954"/>
                    <a:pt x="13728" y="699"/>
                  </a:cubicBezTo>
                  <a:cubicBezTo>
                    <a:pt x="12230" y="446"/>
                    <a:pt x="10729" y="278"/>
                    <a:pt x="9222" y="261"/>
                  </a:cubicBezTo>
                  <a:cubicBezTo>
                    <a:pt x="7716" y="244"/>
                    <a:pt x="6207" y="391"/>
                    <a:pt x="4696" y="643"/>
                  </a:cubicBezTo>
                  <a:cubicBezTo>
                    <a:pt x="3187" y="894"/>
                    <a:pt x="1677" y="1252"/>
                    <a:pt x="166" y="1656"/>
                  </a:cubicBezTo>
                  <a:cubicBezTo>
                    <a:pt x="100" y="1674"/>
                    <a:pt x="34" y="1634"/>
                    <a:pt x="16" y="1569"/>
                  </a:cubicBezTo>
                  <a:cubicBezTo>
                    <a:pt x="0" y="1503"/>
                    <a:pt x="38" y="1437"/>
                    <a:pt x="103" y="1418"/>
                  </a:cubicBezTo>
                  <a:cubicBezTo>
                    <a:pt x="1618" y="1013"/>
                    <a:pt x="3136" y="653"/>
                    <a:pt x="4655" y="401"/>
                  </a:cubicBezTo>
                  <a:cubicBezTo>
                    <a:pt x="6176" y="147"/>
                    <a:pt x="7697" y="0"/>
                    <a:pt x="9222" y="16"/>
                  </a:cubicBezTo>
                  <a:cubicBezTo>
                    <a:pt x="10746" y="34"/>
                    <a:pt x="12260" y="203"/>
                    <a:pt x="13766" y="460"/>
                  </a:cubicBezTo>
                  <a:cubicBezTo>
                    <a:pt x="15275" y="712"/>
                    <a:pt x="16774" y="1054"/>
                    <a:pt x="18271" y="14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72"/>
            <p:cNvSpPr/>
            <p:nvPr/>
          </p:nvSpPr>
          <p:spPr>
            <a:xfrm>
              <a:off x="5855259" y="2192414"/>
              <a:ext cx="755061" cy="68442"/>
            </a:xfrm>
            <a:custGeom>
              <a:avLst/>
              <a:gdLst/>
              <a:ahLst/>
              <a:cxnLst/>
              <a:rect l="l" t="t" r="r" b="b"/>
              <a:pathLst>
                <a:path w="18289" h="1658" extrusionOk="0">
                  <a:moveTo>
                    <a:pt x="18182" y="1402"/>
                  </a:moveTo>
                  <a:cubicBezTo>
                    <a:pt x="18248" y="1417"/>
                    <a:pt x="18289" y="1483"/>
                    <a:pt x="18271" y="1549"/>
                  </a:cubicBezTo>
                  <a:cubicBezTo>
                    <a:pt x="18255" y="1615"/>
                    <a:pt x="18190" y="1656"/>
                    <a:pt x="18124" y="1640"/>
                  </a:cubicBezTo>
                  <a:cubicBezTo>
                    <a:pt x="16642" y="1284"/>
                    <a:pt x="15155" y="947"/>
                    <a:pt x="13660" y="696"/>
                  </a:cubicBezTo>
                  <a:cubicBezTo>
                    <a:pt x="12170" y="445"/>
                    <a:pt x="10674" y="279"/>
                    <a:pt x="9180" y="265"/>
                  </a:cubicBezTo>
                  <a:cubicBezTo>
                    <a:pt x="7678" y="249"/>
                    <a:pt x="6175" y="394"/>
                    <a:pt x="4674" y="642"/>
                  </a:cubicBezTo>
                  <a:cubicBezTo>
                    <a:pt x="3171" y="889"/>
                    <a:pt x="1668" y="1241"/>
                    <a:pt x="168" y="1642"/>
                  </a:cubicBezTo>
                  <a:cubicBezTo>
                    <a:pt x="101" y="1658"/>
                    <a:pt x="35" y="1620"/>
                    <a:pt x="16" y="1554"/>
                  </a:cubicBezTo>
                  <a:cubicBezTo>
                    <a:pt x="0" y="1488"/>
                    <a:pt x="38" y="1422"/>
                    <a:pt x="104" y="1402"/>
                  </a:cubicBezTo>
                  <a:cubicBezTo>
                    <a:pt x="1614" y="1002"/>
                    <a:pt x="3124" y="646"/>
                    <a:pt x="4636" y="397"/>
                  </a:cubicBezTo>
                  <a:cubicBezTo>
                    <a:pt x="6150" y="147"/>
                    <a:pt x="7665" y="1"/>
                    <a:pt x="9183" y="18"/>
                  </a:cubicBezTo>
                  <a:cubicBezTo>
                    <a:pt x="10696" y="34"/>
                    <a:pt x="12201" y="202"/>
                    <a:pt x="13703" y="453"/>
                  </a:cubicBezTo>
                  <a:cubicBezTo>
                    <a:pt x="15196" y="708"/>
                    <a:pt x="16692" y="1046"/>
                    <a:pt x="18182" y="14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72"/>
            <p:cNvSpPr/>
            <p:nvPr/>
          </p:nvSpPr>
          <p:spPr>
            <a:xfrm>
              <a:off x="5855259" y="2267754"/>
              <a:ext cx="751428" cy="67658"/>
            </a:xfrm>
            <a:custGeom>
              <a:avLst/>
              <a:gdLst/>
              <a:ahLst/>
              <a:cxnLst/>
              <a:rect l="l" t="t" r="r" b="b"/>
              <a:pathLst>
                <a:path w="18201" h="1639" extrusionOk="0">
                  <a:moveTo>
                    <a:pt x="18094" y="1382"/>
                  </a:moveTo>
                  <a:cubicBezTo>
                    <a:pt x="18160" y="1398"/>
                    <a:pt x="18201" y="1464"/>
                    <a:pt x="18186" y="1530"/>
                  </a:cubicBezTo>
                  <a:cubicBezTo>
                    <a:pt x="18168" y="1596"/>
                    <a:pt x="18102" y="1637"/>
                    <a:pt x="18036" y="1622"/>
                  </a:cubicBezTo>
                  <a:cubicBezTo>
                    <a:pt x="16558" y="1270"/>
                    <a:pt x="15075" y="938"/>
                    <a:pt x="13594" y="690"/>
                  </a:cubicBezTo>
                  <a:cubicBezTo>
                    <a:pt x="12111" y="442"/>
                    <a:pt x="10623" y="278"/>
                    <a:pt x="9133" y="262"/>
                  </a:cubicBezTo>
                  <a:cubicBezTo>
                    <a:pt x="7640" y="245"/>
                    <a:pt x="6145" y="389"/>
                    <a:pt x="4652" y="634"/>
                  </a:cubicBezTo>
                  <a:cubicBezTo>
                    <a:pt x="3156" y="881"/>
                    <a:pt x="1661" y="1229"/>
                    <a:pt x="168" y="1622"/>
                  </a:cubicBezTo>
                  <a:cubicBezTo>
                    <a:pt x="101" y="1639"/>
                    <a:pt x="35" y="1600"/>
                    <a:pt x="16" y="1534"/>
                  </a:cubicBezTo>
                  <a:cubicBezTo>
                    <a:pt x="0" y="1468"/>
                    <a:pt x="38" y="1402"/>
                    <a:pt x="104" y="1383"/>
                  </a:cubicBezTo>
                  <a:cubicBezTo>
                    <a:pt x="1606" y="990"/>
                    <a:pt x="3109" y="639"/>
                    <a:pt x="4614" y="391"/>
                  </a:cubicBezTo>
                  <a:cubicBezTo>
                    <a:pt x="6120" y="143"/>
                    <a:pt x="7627" y="0"/>
                    <a:pt x="9137" y="16"/>
                  </a:cubicBezTo>
                  <a:cubicBezTo>
                    <a:pt x="10643" y="33"/>
                    <a:pt x="12142" y="198"/>
                    <a:pt x="13637" y="448"/>
                  </a:cubicBezTo>
                  <a:cubicBezTo>
                    <a:pt x="15128" y="698"/>
                    <a:pt x="16615" y="1029"/>
                    <a:pt x="18094" y="13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72"/>
            <p:cNvSpPr/>
            <p:nvPr/>
          </p:nvSpPr>
          <p:spPr>
            <a:xfrm>
              <a:off x="5855259" y="2342888"/>
              <a:ext cx="747878" cy="66874"/>
            </a:xfrm>
            <a:custGeom>
              <a:avLst/>
              <a:gdLst/>
              <a:ahLst/>
              <a:cxnLst/>
              <a:rect l="l" t="t" r="r" b="b"/>
              <a:pathLst>
                <a:path w="18115" h="1620" extrusionOk="0">
                  <a:moveTo>
                    <a:pt x="18007" y="1366"/>
                  </a:moveTo>
                  <a:cubicBezTo>
                    <a:pt x="18073" y="1381"/>
                    <a:pt x="18114" y="1447"/>
                    <a:pt x="18099" y="1513"/>
                  </a:cubicBezTo>
                  <a:cubicBezTo>
                    <a:pt x="18085" y="1579"/>
                    <a:pt x="18019" y="1618"/>
                    <a:pt x="17953" y="1604"/>
                  </a:cubicBezTo>
                  <a:cubicBezTo>
                    <a:pt x="16480" y="1257"/>
                    <a:pt x="15005" y="931"/>
                    <a:pt x="13529" y="685"/>
                  </a:cubicBezTo>
                  <a:cubicBezTo>
                    <a:pt x="12053" y="441"/>
                    <a:pt x="10574" y="280"/>
                    <a:pt x="9089" y="262"/>
                  </a:cubicBezTo>
                  <a:cubicBezTo>
                    <a:pt x="7605" y="246"/>
                    <a:pt x="6116" y="387"/>
                    <a:pt x="4630" y="629"/>
                  </a:cubicBezTo>
                  <a:cubicBezTo>
                    <a:pt x="3140" y="871"/>
                    <a:pt x="1652" y="1216"/>
                    <a:pt x="166" y="1604"/>
                  </a:cubicBezTo>
                  <a:cubicBezTo>
                    <a:pt x="100" y="1620"/>
                    <a:pt x="34" y="1582"/>
                    <a:pt x="16" y="1516"/>
                  </a:cubicBezTo>
                  <a:cubicBezTo>
                    <a:pt x="0" y="1450"/>
                    <a:pt x="38" y="1383"/>
                    <a:pt x="104" y="1367"/>
                  </a:cubicBezTo>
                  <a:cubicBezTo>
                    <a:pt x="1599" y="977"/>
                    <a:pt x="3095" y="632"/>
                    <a:pt x="4592" y="387"/>
                  </a:cubicBezTo>
                  <a:cubicBezTo>
                    <a:pt x="6091" y="143"/>
                    <a:pt x="7591" y="1"/>
                    <a:pt x="9093" y="17"/>
                  </a:cubicBezTo>
                  <a:cubicBezTo>
                    <a:pt x="10592" y="33"/>
                    <a:pt x="12086" y="197"/>
                    <a:pt x="13572" y="442"/>
                  </a:cubicBezTo>
                  <a:cubicBezTo>
                    <a:pt x="15056" y="691"/>
                    <a:pt x="16536" y="1019"/>
                    <a:pt x="18007" y="13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72"/>
            <p:cNvSpPr/>
            <p:nvPr/>
          </p:nvSpPr>
          <p:spPr>
            <a:xfrm>
              <a:off x="5855259" y="2418104"/>
              <a:ext cx="744286" cy="66131"/>
            </a:xfrm>
            <a:custGeom>
              <a:avLst/>
              <a:gdLst/>
              <a:ahLst/>
              <a:cxnLst/>
              <a:rect l="l" t="t" r="r" b="b"/>
              <a:pathLst>
                <a:path w="18028" h="1602" extrusionOk="0">
                  <a:moveTo>
                    <a:pt x="17922" y="1345"/>
                  </a:moveTo>
                  <a:cubicBezTo>
                    <a:pt x="17988" y="1360"/>
                    <a:pt x="18027" y="1426"/>
                    <a:pt x="18013" y="1492"/>
                  </a:cubicBezTo>
                  <a:cubicBezTo>
                    <a:pt x="17998" y="1558"/>
                    <a:pt x="17932" y="1599"/>
                    <a:pt x="17866" y="1584"/>
                  </a:cubicBezTo>
                  <a:cubicBezTo>
                    <a:pt x="16402" y="1242"/>
                    <a:pt x="14934" y="919"/>
                    <a:pt x="13463" y="679"/>
                  </a:cubicBezTo>
                  <a:cubicBezTo>
                    <a:pt x="11994" y="436"/>
                    <a:pt x="10523" y="278"/>
                    <a:pt x="9048" y="260"/>
                  </a:cubicBezTo>
                  <a:cubicBezTo>
                    <a:pt x="7568" y="244"/>
                    <a:pt x="6087" y="385"/>
                    <a:pt x="4608" y="624"/>
                  </a:cubicBezTo>
                  <a:cubicBezTo>
                    <a:pt x="3127" y="865"/>
                    <a:pt x="1646" y="1204"/>
                    <a:pt x="166" y="1586"/>
                  </a:cubicBezTo>
                  <a:cubicBezTo>
                    <a:pt x="100" y="1602"/>
                    <a:pt x="34" y="1564"/>
                    <a:pt x="16" y="1498"/>
                  </a:cubicBezTo>
                  <a:cubicBezTo>
                    <a:pt x="0" y="1432"/>
                    <a:pt x="38" y="1366"/>
                    <a:pt x="104" y="1349"/>
                  </a:cubicBezTo>
                  <a:cubicBezTo>
                    <a:pt x="1592" y="965"/>
                    <a:pt x="3080" y="624"/>
                    <a:pt x="4570" y="382"/>
                  </a:cubicBezTo>
                  <a:cubicBezTo>
                    <a:pt x="6062" y="140"/>
                    <a:pt x="7555" y="0"/>
                    <a:pt x="9049" y="15"/>
                  </a:cubicBezTo>
                  <a:cubicBezTo>
                    <a:pt x="10541" y="31"/>
                    <a:pt x="12025" y="193"/>
                    <a:pt x="13505" y="435"/>
                  </a:cubicBezTo>
                  <a:cubicBezTo>
                    <a:pt x="14983" y="680"/>
                    <a:pt x="16455" y="1005"/>
                    <a:pt x="17922" y="134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72"/>
            <p:cNvSpPr/>
            <p:nvPr/>
          </p:nvSpPr>
          <p:spPr>
            <a:xfrm>
              <a:off x="5855300" y="2493196"/>
              <a:ext cx="740653" cy="65470"/>
            </a:xfrm>
            <a:custGeom>
              <a:avLst/>
              <a:gdLst/>
              <a:ahLst/>
              <a:cxnLst/>
              <a:rect l="l" t="t" r="r" b="b"/>
              <a:pathLst>
                <a:path w="17940" h="1586" extrusionOk="0">
                  <a:moveTo>
                    <a:pt x="17834" y="1330"/>
                  </a:moveTo>
                  <a:cubicBezTo>
                    <a:pt x="17900" y="1345"/>
                    <a:pt x="17940" y="1411"/>
                    <a:pt x="17925" y="1477"/>
                  </a:cubicBezTo>
                  <a:cubicBezTo>
                    <a:pt x="17911" y="1543"/>
                    <a:pt x="17844" y="1584"/>
                    <a:pt x="17778" y="1570"/>
                  </a:cubicBezTo>
                  <a:cubicBezTo>
                    <a:pt x="16322" y="1232"/>
                    <a:pt x="14861" y="913"/>
                    <a:pt x="13399" y="676"/>
                  </a:cubicBezTo>
                  <a:cubicBezTo>
                    <a:pt x="11936" y="436"/>
                    <a:pt x="10472" y="279"/>
                    <a:pt x="9004" y="263"/>
                  </a:cubicBezTo>
                  <a:cubicBezTo>
                    <a:pt x="7532" y="245"/>
                    <a:pt x="6059" y="383"/>
                    <a:pt x="4587" y="620"/>
                  </a:cubicBezTo>
                  <a:cubicBezTo>
                    <a:pt x="3111" y="856"/>
                    <a:pt x="1638" y="1192"/>
                    <a:pt x="167" y="1570"/>
                  </a:cubicBezTo>
                  <a:cubicBezTo>
                    <a:pt x="100" y="1586"/>
                    <a:pt x="34" y="1548"/>
                    <a:pt x="18" y="1480"/>
                  </a:cubicBezTo>
                  <a:cubicBezTo>
                    <a:pt x="1" y="1414"/>
                    <a:pt x="40" y="1349"/>
                    <a:pt x="106" y="1332"/>
                  </a:cubicBezTo>
                  <a:cubicBezTo>
                    <a:pt x="1585" y="952"/>
                    <a:pt x="3067" y="617"/>
                    <a:pt x="4549" y="378"/>
                  </a:cubicBezTo>
                  <a:cubicBezTo>
                    <a:pt x="6033" y="140"/>
                    <a:pt x="7520" y="0"/>
                    <a:pt x="9005" y="16"/>
                  </a:cubicBezTo>
                  <a:cubicBezTo>
                    <a:pt x="10490" y="33"/>
                    <a:pt x="11968" y="193"/>
                    <a:pt x="13439" y="432"/>
                  </a:cubicBezTo>
                  <a:cubicBezTo>
                    <a:pt x="14908" y="673"/>
                    <a:pt x="16373" y="993"/>
                    <a:pt x="17834" y="13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72"/>
            <p:cNvSpPr/>
            <p:nvPr/>
          </p:nvSpPr>
          <p:spPr>
            <a:xfrm>
              <a:off x="5855135" y="2568330"/>
              <a:ext cx="737309" cy="64686"/>
            </a:xfrm>
            <a:custGeom>
              <a:avLst/>
              <a:gdLst/>
              <a:ahLst/>
              <a:cxnLst/>
              <a:rect l="l" t="t" r="r" b="b"/>
              <a:pathLst>
                <a:path w="17859" h="1567" extrusionOk="0">
                  <a:moveTo>
                    <a:pt x="17750" y="1310"/>
                  </a:moveTo>
                  <a:cubicBezTo>
                    <a:pt x="17816" y="1325"/>
                    <a:pt x="17859" y="1391"/>
                    <a:pt x="17841" y="1457"/>
                  </a:cubicBezTo>
                  <a:cubicBezTo>
                    <a:pt x="17826" y="1523"/>
                    <a:pt x="17760" y="1565"/>
                    <a:pt x="17694" y="1549"/>
                  </a:cubicBezTo>
                  <a:cubicBezTo>
                    <a:pt x="16245" y="1221"/>
                    <a:pt x="14792" y="906"/>
                    <a:pt x="13334" y="671"/>
                  </a:cubicBezTo>
                  <a:cubicBezTo>
                    <a:pt x="11879" y="437"/>
                    <a:pt x="10420" y="280"/>
                    <a:pt x="8958" y="265"/>
                  </a:cubicBezTo>
                  <a:cubicBezTo>
                    <a:pt x="7495" y="249"/>
                    <a:pt x="6029" y="384"/>
                    <a:pt x="4563" y="617"/>
                  </a:cubicBezTo>
                  <a:cubicBezTo>
                    <a:pt x="3099" y="851"/>
                    <a:pt x="1631" y="1181"/>
                    <a:pt x="165" y="1551"/>
                  </a:cubicBezTo>
                  <a:cubicBezTo>
                    <a:pt x="99" y="1567"/>
                    <a:pt x="33" y="1527"/>
                    <a:pt x="16" y="1461"/>
                  </a:cubicBezTo>
                  <a:cubicBezTo>
                    <a:pt x="0" y="1395"/>
                    <a:pt x="40" y="1329"/>
                    <a:pt x="106" y="1312"/>
                  </a:cubicBezTo>
                  <a:cubicBezTo>
                    <a:pt x="1575" y="940"/>
                    <a:pt x="3049" y="608"/>
                    <a:pt x="4526" y="373"/>
                  </a:cubicBezTo>
                  <a:cubicBezTo>
                    <a:pt x="6003" y="137"/>
                    <a:pt x="7483" y="1"/>
                    <a:pt x="8960" y="17"/>
                  </a:cubicBezTo>
                  <a:cubicBezTo>
                    <a:pt x="10438" y="33"/>
                    <a:pt x="11907" y="191"/>
                    <a:pt x="13374" y="428"/>
                  </a:cubicBezTo>
                  <a:cubicBezTo>
                    <a:pt x="14839" y="667"/>
                    <a:pt x="16297" y="980"/>
                    <a:pt x="17750" y="13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72"/>
            <p:cNvSpPr/>
            <p:nvPr/>
          </p:nvSpPr>
          <p:spPr>
            <a:xfrm>
              <a:off x="5855259" y="2643546"/>
              <a:ext cx="483984" cy="64025"/>
            </a:xfrm>
            <a:custGeom>
              <a:avLst/>
              <a:gdLst/>
              <a:ahLst/>
              <a:cxnLst/>
              <a:rect l="l" t="t" r="r" b="b"/>
              <a:pathLst>
                <a:path w="11723" h="1551" extrusionOk="0">
                  <a:moveTo>
                    <a:pt x="11606" y="190"/>
                  </a:moveTo>
                  <a:cubicBezTo>
                    <a:pt x="11675" y="197"/>
                    <a:pt x="11722" y="257"/>
                    <a:pt x="11715" y="325"/>
                  </a:cubicBezTo>
                  <a:cubicBezTo>
                    <a:pt x="11708" y="392"/>
                    <a:pt x="11647" y="441"/>
                    <a:pt x="11580" y="433"/>
                  </a:cubicBezTo>
                  <a:cubicBezTo>
                    <a:pt x="11135" y="384"/>
                    <a:pt x="10692" y="344"/>
                    <a:pt x="10248" y="315"/>
                  </a:cubicBezTo>
                  <a:cubicBezTo>
                    <a:pt x="9801" y="285"/>
                    <a:pt x="9357" y="266"/>
                    <a:pt x="8917" y="263"/>
                  </a:cubicBezTo>
                  <a:cubicBezTo>
                    <a:pt x="7459" y="246"/>
                    <a:pt x="6003" y="382"/>
                    <a:pt x="4544" y="611"/>
                  </a:cubicBezTo>
                  <a:cubicBezTo>
                    <a:pt x="3087" y="840"/>
                    <a:pt x="1627" y="1167"/>
                    <a:pt x="165" y="1534"/>
                  </a:cubicBezTo>
                  <a:cubicBezTo>
                    <a:pt x="99" y="1551"/>
                    <a:pt x="32" y="1511"/>
                    <a:pt x="16" y="1445"/>
                  </a:cubicBezTo>
                  <a:cubicBezTo>
                    <a:pt x="0" y="1379"/>
                    <a:pt x="40" y="1313"/>
                    <a:pt x="106" y="1295"/>
                  </a:cubicBezTo>
                  <a:cubicBezTo>
                    <a:pt x="1570" y="928"/>
                    <a:pt x="3035" y="601"/>
                    <a:pt x="4507" y="369"/>
                  </a:cubicBezTo>
                  <a:cubicBezTo>
                    <a:pt x="5977" y="135"/>
                    <a:pt x="7449" y="0"/>
                    <a:pt x="8918" y="17"/>
                  </a:cubicBezTo>
                  <a:cubicBezTo>
                    <a:pt x="9372" y="22"/>
                    <a:pt x="9820" y="40"/>
                    <a:pt x="10265" y="68"/>
                  </a:cubicBezTo>
                  <a:cubicBezTo>
                    <a:pt x="10714" y="100"/>
                    <a:pt x="11162" y="140"/>
                    <a:pt x="11606" y="1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72"/>
            <p:cNvSpPr/>
            <p:nvPr/>
          </p:nvSpPr>
          <p:spPr>
            <a:xfrm>
              <a:off x="5855176" y="2718638"/>
              <a:ext cx="476140" cy="63365"/>
            </a:xfrm>
            <a:custGeom>
              <a:avLst/>
              <a:gdLst/>
              <a:ahLst/>
              <a:cxnLst/>
              <a:rect l="l" t="t" r="r" b="b"/>
              <a:pathLst>
                <a:path w="11533" h="1535" extrusionOk="0">
                  <a:moveTo>
                    <a:pt x="11416" y="175"/>
                  </a:moveTo>
                  <a:cubicBezTo>
                    <a:pt x="11484" y="182"/>
                    <a:pt x="11532" y="242"/>
                    <a:pt x="11525" y="310"/>
                  </a:cubicBezTo>
                  <a:cubicBezTo>
                    <a:pt x="11517" y="378"/>
                    <a:pt x="11457" y="426"/>
                    <a:pt x="11388" y="419"/>
                  </a:cubicBezTo>
                  <a:cubicBezTo>
                    <a:pt x="10970" y="375"/>
                    <a:pt x="10550" y="338"/>
                    <a:pt x="10132" y="310"/>
                  </a:cubicBezTo>
                  <a:cubicBezTo>
                    <a:pt x="9710" y="285"/>
                    <a:pt x="9289" y="267"/>
                    <a:pt x="8873" y="262"/>
                  </a:cubicBezTo>
                  <a:cubicBezTo>
                    <a:pt x="7423" y="245"/>
                    <a:pt x="5974" y="379"/>
                    <a:pt x="4522" y="607"/>
                  </a:cubicBezTo>
                  <a:cubicBezTo>
                    <a:pt x="3072" y="834"/>
                    <a:pt x="1618" y="1159"/>
                    <a:pt x="165" y="1518"/>
                  </a:cubicBezTo>
                  <a:cubicBezTo>
                    <a:pt x="99" y="1534"/>
                    <a:pt x="33" y="1493"/>
                    <a:pt x="17" y="1427"/>
                  </a:cubicBezTo>
                  <a:cubicBezTo>
                    <a:pt x="1" y="1361"/>
                    <a:pt x="40" y="1295"/>
                    <a:pt x="106" y="1279"/>
                  </a:cubicBezTo>
                  <a:cubicBezTo>
                    <a:pt x="1564" y="918"/>
                    <a:pt x="3022" y="595"/>
                    <a:pt x="4486" y="366"/>
                  </a:cubicBezTo>
                  <a:cubicBezTo>
                    <a:pt x="5948" y="135"/>
                    <a:pt x="7411" y="0"/>
                    <a:pt x="8876" y="16"/>
                  </a:cubicBezTo>
                  <a:cubicBezTo>
                    <a:pt x="9304" y="22"/>
                    <a:pt x="9728" y="37"/>
                    <a:pt x="10148" y="65"/>
                  </a:cubicBezTo>
                  <a:cubicBezTo>
                    <a:pt x="10572" y="91"/>
                    <a:pt x="10995" y="128"/>
                    <a:pt x="11416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72"/>
            <p:cNvSpPr/>
            <p:nvPr/>
          </p:nvSpPr>
          <p:spPr>
            <a:xfrm>
              <a:off x="5855259" y="2793896"/>
              <a:ext cx="468172" cy="62622"/>
            </a:xfrm>
            <a:custGeom>
              <a:avLst/>
              <a:gdLst/>
              <a:ahLst/>
              <a:cxnLst/>
              <a:rect l="l" t="t" r="r" b="b"/>
              <a:pathLst>
                <a:path w="11340" h="1517" extrusionOk="0">
                  <a:moveTo>
                    <a:pt x="11222" y="155"/>
                  </a:moveTo>
                  <a:cubicBezTo>
                    <a:pt x="11289" y="162"/>
                    <a:pt x="11339" y="221"/>
                    <a:pt x="11332" y="290"/>
                  </a:cubicBezTo>
                  <a:cubicBezTo>
                    <a:pt x="11326" y="357"/>
                    <a:pt x="11266" y="407"/>
                    <a:pt x="11198" y="400"/>
                  </a:cubicBezTo>
                  <a:cubicBezTo>
                    <a:pt x="10805" y="359"/>
                    <a:pt x="10410" y="328"/>
                    <a:pt x="10014" y="304"/>
                  </a:cubicBezTo>
                  <a:cubicBezTo>
                    <a:pt x="9616" y="279"/>
                    <a:pt x="9221" y="265"/>
                    <a:pt x="8829" y="262"/>
                  </a:cubicBezTo>
                  <a:cubicBezTo>
                    <a:pt x="7386" y="247"/>
                    <a:pt x="5941" y="378"/>
                    <a:pt x="4500" y="602"/>
                  </a:cubicBezTo>
                  <a:cubicBezTo>
                    <a:pt x="3058" y="827"/>
                    <a:pt x="1612" y="1144"/>
                    <a:pt x="166" y="1501"/>
                  </a:cubicBezTo>
                  <a:cubicBezTo>
                    <a:pt x="100" y="1517"/>
                    <a:pt x="34" y="1476"/>
                    <a:pt x="16" y="1410"/>
                  </a:cubicBezTo>
                  <a:cubicBezTo>
                    <a:pt x="0" y="1344"/>
                    <a:pt x="41" y="1278"/>
                    <a:pt x="106" y="1262"/>
                  </a:cubicBezTo>
                  <a:cubicBezTo>
                    <a:pt x="1556" y="906"/>
                    <a:pt x="3008" y="586"/>
                    <a:pt x="4463" y="360"/>
                  </a:cubicBezTo>
                  <a:cubicBezTo>
                    <a:pt x="5918" y="136"/>
                    <a:pt x="7376" y="1"/>
                    <a:pt x="8832" y="18"/>
                  </a:cubicBezTo>
                  <a:cubicBezTo>
                    <a:pt x="9234" y="21"/>
                    <a:pt x="9633" y="36"/>
                    <a:pt x="10031" y="59"/>
                  </a:cubicBezTo>
                  <a:cubicBezTo>
                    <a:pt x="10425" y="81"/>
                    <a:pt x="10824" y="115"/>
                    <a:pt x="11222" y="15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72"/>
            <p:cNvSpPr/>
            <p:nvPr/>
          </p:nvSpPr>
          <p:spPr>
            <a:xfrm>
              <a:off x="5855176" y="2868988"/>
              <a:ext cx="460163" cy="61837"/>
            </a:xfrm>
            <a:custGeom>
              <a:avLst/>
              <a:gdLst/>
              <a:ahLst/>
              <a:cxnLst/>
              <a:rect l="l" t="t" r="r" b="b"/>
              <a:pathLst>
                <a:path w="11146" h="1498" extrusionOk="0">
                  <a:moveTo>
                    <a:pt x="11031" y="140"/>
                  </a:moveTo>
                  <a:cubicBezTo>
                    <a:pt x="11099" y="147"/>
                    <a:pt x="11146" y="206"/>
                    <a:pt x="11142" y="273"/>
                  </a:cubicBezTo>
                  <a:cubicBezTo>
                    <a:pt x="11136" y="342"/>
                    <a:pt x="11075" y="391"/>
                    <a:pt x="11006" y="384"/>
                  </a:cubicBezTo>
                  <a:cubicBezTo>
                    <a:pt x="10639" y="350"/>
                    <a:pt x="10270" y="320"/>
                    <a:pt x="9897" y="300"/>
                  </a:cubicBezTo>
                  <a:cubicBezTo>
                    <a:pt x="9524" y="279"/>
                    <a:pt x="9154" y="265"/>
                    <a:pt x="8787" y="260"/>
                  </a:cubicBezTo>
                  <a:cubicBezTo>
                    <a:pt x="7351" y="246"/>
                    <a:pt x="5915" y="376"/>
                    <a:pt x="4478" y="598"/>
                  </a:cubicBezTo>
                  <a:cubicBezTo>
                    <a:pt x="3035" y="821"/>
                    <a:pt x="1599" y="1134"/>
                    <a:pt x="165" y="1482"/>
                  </a:cubicBezTo>
                  <a:cubicBezTo>
                    <a:pt x="99" y="1498"/>
                    <a:pt x="33" y="1457"/>
                    <a:pt x="17" y="1392"/>
                  </a:cubicBezTo>
                  <a:cubicBezTo>
                    <a:pt x="1" y="1325"/>
                    <a:pt x="40" y="1260"/>
                    <a:pt x="106" y="1242"/>
                  </a:cubicBezTo>
                  <a:cubicBezTo>
                    <a:pt x="1552" y="891"/>
                    <a:pt x="2998" y="576"/>
                    <a:pt x="4441" y="354"/>
                  </a:cubicBezTo>
                  <a:cubicBezTo>
                    <a:pt x="5887" y="131"/>
                    <a:pt x="7336" y="0"/>
                    <a:pt x="8790" y="15"/>
                  </a:cubicBezTo>
                  <a:cubicBezTo>
                    <a:pt x="9169" y="18"/>
                    <a:pt x="9540" y="31"/>
                    <a:pt x="9911" y="53"/>
                  </a:cubicBezTo>
                  <a:cubicBezTo>
                    <a:pt x="10284" y="75"/>
                    <a:pt x="10657" y="105"/>
                    <a:pt x="11031" y="14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72"/>
            <p:cNvSpPr/>
            <p:nvPr/>
          </p:nvSpPr>
          <p:spPr>
            <a:xfrm>
              <a:off x="5855259" y="2944204"/>
              <a:ext cx="460452" cy="61094"/>
            </a:xfrm>
            <a:custGeom>
              <a:avLst/>
              <a:gdLst/>
              <a:ahLst/>
              <a:cxnLst/>
              <a:rect l="l" t="t" r="r" b="b"/>
              <a:pathLst>
                <a:path w="11153" h="1480" extrusionOk="0">
                  <a:moveTo>
                    <a:pt x="11037" y="143"/>
                  </a:moveTo>
                  <a:cubicBezTo>
                    <a:pt x="11104" y="147"/>
                    <a:pt x="11153" y="209"/>
                    <a:pt x="11147" y="276"/>
                  </a:cubicBezTo>
                  <a:cubicBezTo>
                    <a:pt x="11141" y="344"/>
                    <a:pt x="11079" y="394"/>
                    <a:pt x="11012" y="386"/>
                  </a:cubicBezTo>
                  <a:cubicBezTo>
                    <a:pt x="10636" y="350"/>
                    <a:pt x="10256" y="320"/>
                    <a:pt x="9877" y="298"/>
                  </a:cubicBezTo>
                  <a:cubicBezTo>
                    <a:pt x="9495" y="276"/>
                    <a:pt x="9115" y="263"/>
                    <a:pt x="8739" y="260"/>
                  </a:cubicBezTo>
                  <a:cubicBezTo>
                    <a:pt x="7312" y="245"/>
                    <a:pt x="5881" y="373"/>
                    <a:pt x="4453" y="593"/>
                  </a:cubicBezTo>
                  <a:cubicBezTo>
                    <a:pt x="3017" y="813"/>
                    <a:pt x="1587" y="1122"/>
                    <a:pt x="162" y="1462"/>
                  </a:cubicBezTo>
                  <a:cubicBezTo>
                    <a:pt x="96" y="1480"/>
                    <a:pt x="30" y="1437"/>
                    <a:pt x="15" y="1373"/>
                  </a:cubicBezTo>
                  <a:cubicBezTo>
                    <a:pt x="0" y="1307"/>
                    <a:pt x="40" y="1241"/>
                    <a:pt x="104" y="1226"/>
                  </a:cubicBezTo>
                  <a:cubicBezTo>
                    <a:pt x="1543" y="881"/>
                    <a:pt x="2980" y="571"/>
                    <a:pt x="4415" y="351"/>
                  </a:cubicBezTo>
                  <a:cubicBezTo>
                    <a:pt x="5853" y="131"/>
                    <a:pt x="7296" y="0"/>
                    <a:pt x="8741" y="15"/>
                  </a:cubicBezTo>
                  <a:cubicBezTo>
                    <a:pt x="9125" y="19"/>
                    <a:pt x="9509" y="34"/>
                    <a:pt x="9889" y="55"/>
                  </a:cubicBezTo>
                  <a:cubicBezTo>
                    <a:pt x="10273" y="74"/>
                    <a:pt x="10655" y="106"/>
                    <a:pt x="11037" y="1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72"/>
            <p:cNvSpPr/>
            <p:nvPr/>
          </p:nvSpPr>
          <p:spPr>
            <a:xfrm>
              <a:off x="5034356" y="2004167"/>
              <a:ext cx="223517" cy="266916"/>
            </a:xfrm>
            <a:custGeom>
              <a:avLst/>
              <a:gdLst/>
              <a:ahLst/>
              <a:cxnLst/>
              <a:rect l="l" t="t" r="r" b="b"/>
              <a:pathLst>
                <a:path w="5414" h="6466" extrusionOk="0">
                  <a:moveTo>
                    <a:pt x="1906" y="868"/>
                  </a:moveTo>
                  <a:lnTo>
                    <a:pt x="3454" y="3675"/>
                  </a:lnTo>
                  <a:lnTo>
                    <a:pt x="1282" y="4010"/>
                  </a:lnTo>
                  <a:lnTo>
                    <a:pt x="1906" y="868"/>
                  </a:lnTo>
                  <a:close/>
                  <a:moveTo>
                    <a:pt x="2238" y="1"/>
                  </a:moveTo>
                  <a:lnTo>
                    <a:pt x="1332" y="142"/>
                  </a:lnTo>
                  <a:lnTo>
                    <a:pt x="1" y="6466"/>
                  </a:lnTo>
                  <a:lnTo>
                    <a:pt x="844" y="6337"/>
                  </a:lnTo>
                  <a:lnTo>
                    <a:pt x="1144" y="4721"/>
                  </a:lnTo>
                  <a:lnTo>
                    <a:pt x="3807" y="4309"/>
                  </a:lnTo>
                  <a:lnTo>
                    <a:pt x="4583" y="5758"/>
                  </a:lnTo>
                  <a:lnTo>
                    <a:pt x="5413" y="5631"/>
                  </a:lnTo>
                  <a:lnTo>
                    <a:pt x="22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72"/>
            <p:cNvSpPr/>
            <p:nvPr/>
          </p:nvSpPr>
          <p:spPr>
            <a:xfrm>
              <a:off x="6372735" y="2704809"/>
              <a:ext cx="228223" cy="272613"/>
            </a:xfrm>
            <a:custGeom>
              <a:avLst/>
              <a:gdLst/>
              <a:ahLst/>
              <a:cxnLst/>
              <a:rect l="l" t="t" r="r" b="b"/>
              <a:pathLst>
                <a:path w="5528" h="6604" extrusionOk="0">
                  <a:moveTo>
                    <a:pt x="852" y="1"/>
                  </a:moveTo>
                  <a:lnTo>
                    <a:pt x="765" y="683"/>
                  </a:lnTo>
                  <a:lnTo>
                    <a:pt x="4437" y="1149"/>
                  </a:lnTo>
                  <a:lnTo>
                    <a:pt x="78" y="5369"/>
                  </a:lnTo>
                  <a:lnTo>
                    <a:pt x="1" y="5989"/>
                  </a:lnTo>
                  <a:lnTo>
                    <a:pt x="4860" y="6604"/>
                  </a:lnTo>
                  <a:lnTo>
                    <a:pt x="4946" y="5921"/>
                  </a:lnTo>
                  <a:lnTo>
                    <a:pt x="1091" y="5432"/>
                  </a:lnTo>
                  <a:lnTo>
                    <a:pt x="5450" y="1212"/>
                  </a:lnTo>
                  <a:lnTo>
                    <a:pt x="5528" y="592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2026920" y="3496467"/>
            <a:ext cx="5136616" cy="9006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search and Inquiry Skills - Language Arts - 6th Grade by Slidesgo">
  <a:themeElements>
    <a:clrScheme name="Simple Light">
      <a:dk1>
        <a:srgbClr val="0F2238"/>
      </a:dk1>
      <a:lt1>
        <a:srgbClr val="FFFFFF"/>
      </a:lt1>
      <a:dk2>
        <a:srgbClr val="D3E6F6"/>
      </a:dk2>
      <a:lt2>
        <a:srgbClr val="A0B1C8"/>
      </a:lt2>
      <a:accent1>
        <a:srgbClr val="6B79B6"/>
      </a:accent1>
      <a:accent2>
        <a:srgbClr val="E19F25"/>
      </a:accent2>
      <a:accent3>
        <a:srgbClr val="B6372F"/>
      </a:accent3>
      <a:accent4>
        <a:srgbClr val="6C463B"/>
      </a:accent4>
      <a:accent5>
        <a:srgbClr val="557A7A"/>
      </a:accent5>
      <a:accent6>
        <a:srgbClr val="314A4A"/>
      </a:accent6>
      <a:hlink>
        <a:srgbClr val="0F2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241</Words>
  <Application>Microsoft Office PowerPoint</Application>
  <PresentationFormat>On-screen Show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Albert Sans</vt:lpstr>
      <vt:lpstr>Open Sans</vt:lpstr>
      <vt:lpstr>Wingdings</vt:lpstr>
      <vt:lpstr>ABeeZee</vt:lpstr>
      <vt:lpstr>Arial</vt:lpstr>
      <vt:lpstr>Research and Inquiry Skills - Language Arts - 6th Grade by Slidesgo</vt:lpstr>
      <vt:lpstr>Academic Risk Predictor</vt:lpstr>
      <vt:lpstr>Problem Statement!</vt:lpstr>
      <vt:lpstr>Objective</vt:lpstr>
      <vt:lpstr>Proposed Approach</vt:lpstr>
      <vt:lpstr>Methodology</vt:lpstr>
      <vt:lpstr>Conclusion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Risk Detection</dc:title>
  <dc:creator>DELL</dc:creator>
  <cp:lastModifiedBy>DELL</cp:lastModifiedBy>
  <cp:revision>29</cp:revision>
  <dcterms:modified xsi:type="dcterms:W3CDTF">2026-04-16T18:36:50Z</dcterms:modified>
</cp:coreProperties>
</file>