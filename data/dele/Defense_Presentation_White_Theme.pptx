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457200"/>
            <a:ext cx="8229600" cy="1097280"/>
          </a:xfrm>
          <a:prstGeom prst="rect">
            <a:avLst/>
          </a:prstGeom>
          <a:noFill/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 dirty="0">
                <a:solidFill>
                  <a:srgbClr val="003366"/>
                </a:solidFill>
              </a:rPr>
              <a:t>Academic Risk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832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dirty="0"/>
              <a:t>Random Forest Model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dirty="0" err="1"/>
              <a:t>Sudin</a:t>
            </a:r>
            <a:r>
              <a:rPr dirty="0"/>
              <a:t> </a:t>
            </a:r>
            <a:r>
              <a:rPr dirty="0" err="1"/>
              <a:t>Maharjan</a:t>
            </a:r>
            <a:endParaRPr dirty="0"/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dirty="0"/>
              <a:t>Proposal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457200"/>
            <a:ext cx="8229600" cy="1097280"/>
          </a:xfrm>
          <a:prstGeom prst="rect">
            <a:avLst/>
          </a:prstGeom>
          <a:noFill/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 dirty="0">
                <a:solidFill>
                  <a:srgbClr val="003366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dirty="0"/>
              <a:t>Late identification of at-risk students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dirty="0"/>
              <a:t>Only GPA &amp; Attendance used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dirty="0"/>
              <a:t>No early warning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457200"/>
            <a:ext cx="8229600" cy="1097280"/>
          </a:xfrm>
          <a:prstGeom prst="rect">
            <a:avLst/>
          </a:prstGeom>
          <a:noFill/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 dirty="0">
                <a:solidFill>
                  <a:srgbClr val="003366"/>
                </a:solidFill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dirty="0"/>
              <a:t>Predict risk early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dirty="0"/>
              <a:t>Use 15 multi-factor features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dirty="0"/>
              <a:t>Enable targeted intervention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457200"/>
            <a:ext cx="8229600" cy="1097280"/>
          </a:xfrm>
          <a:prstGeom prst="rect">
            <a:avLst/>
          </a:prstGeom>
          <a:noFill/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 dirty="0">
                <a:solidFill>
                  <a:srgbClr val="003366"/>
                </a:solidFill>
              </a:rPr>
              <a:t>Proposed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dirty="0"/>
              <a:t>Random Forest model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dirty="0" err="1"/>
              <a:t>EMIS</a:t>
            </a:r>
            <a:r>
              <a:rPr dirty="0"/>
              <a:t> + Questionnaire data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dirty="0"/>
              <a:t>Output: Risk level + feature importance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457200"/>
            <a:ext cx="8229600" cy="1097280"/>
          </a:xfrm>
          <a:prstGeom prst="rect">
            <a:avLst/>
          </a:prstGeom>
          <a:noFill/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003366"/>
                </a:solidFill>
              </a:rPr>
              <a:t>Data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000000"/>
                </a:solidFill>
              </a:defRPr>
            </a:pPr>
            <a:r>
              <a:t>15 features across 5 categories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Academic, Lifestyle, Psychological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Socio-economic &amp; Health factors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457200"/>
            <a:ext cx="8229600" cy="1097280"/>
          </a:xfrm>
          <a:prstGeom prst="rect">
            <a:avLst/>
          </a:prstGeom>
          <a:noFill/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 dirty="0">
                <a:solidFill>
                  <a:srgbClr val="003366"/>
                </a:solidFill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000000"/>
                </a:solidFill>
              </a:defRPr>
            </a:pPr>
            <a:r>
              <a:t>Missing value imputation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Stratified split (80/20)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SMOTE (k=5)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Grid Search + 5-fold CV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457200"/>
            <a:ext cx="8229600" cy="1097280"/>
          </a:xfrm>
          <a:prstGeom prst="rect">
            <a:avLst/>
          </a:prstGeom>
          <a:noFill/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003366"/>
                </a:solidFill>
              </a:rPr>
              <a:t>Evaluation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Accuracy, Precision, Recall, F1-score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Focus: High-Risk Recall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Confusion matrix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457200"/>
            <a:ext cx="8229600" cy="1097280"/>
          </a:xfrm>
          <a:prstGeom prst="rect">
            <a:avLst/>
          </a:prstGeom>
          <a:noFill/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003366"/>
                </a:solidFill>
              </a:rPr>
              <a:t>Baseline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000000"/>
                </a:solidFill>
              </a:defRPr>
            </a:pPr>
            <a:r>
              <a:t>Decision Tree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Logistic Regression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KNN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Random Forest (Proposed)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457200"/>
            <a:ext cx="8229600" cy="1097280"/>
          </a:xfrm>
          <a:prstGeom prst="rect">
            <a:avLst/>
          </a:prstGeom>
          <a:noFill/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003366"/>
                </a:solidFill>
              </a:rPr>
              <a:t>Expected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Accuracy: 80–90%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Macro F1 ≥ 0.75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High-Risk Recall ≥ 0.80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457200"/>
            <a:ext cx="8229600" cy="1097280"/>
          </a:xfrm>
          <a:prstGeom prst="rect">
            <a:avLst/>
          </a:prstGeom>
          <a:noFill/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003366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000000"/>
                </a:solidFill>
              </a:defRPr>
            </a:pPr>
            <a:r>
              <a:t>Early detection (8–10 months earlier)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Better intervention planning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Supports teachers &amp; policymakers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145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DELL</cp:lastModifiedBy>
  <cp:revision>6</cp:revision>
  <dcterms:created xsi:type="dcterms:W3CDTF">2013-01-27T09:14:16Z</dcterms:created>
  <dcterms:modified xsi:type="dcterms:W3CDTF">2026-04-16T16:48:11Z</dcterms:modified>
  <cp:category/>
</cp:coreProperties>
</file>